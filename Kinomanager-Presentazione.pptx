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21"/>
  </p:notesMasterIdLst>
  <p:handoutMasterIdLst>
    <p:handoutMasterId r:id="rId22"/>
  </p:handoutMasterIdLst>
  <p:sldIdLst>
    <p:sldId id="306" r:id="rId5"/>
    <p:sldId id="307" r:id="rId6"/>
    <p:sldId id="308" r:id="rId7"/>
    <p:sldId id="314" r:id="rId8"/>
    <p:sldId id="322" r:id="rId9"/>
    <p:sldId id="324" r:id="rId10"/>
    <p:sldId id="327" r:id="rId11"/>
    <p:sldId id="326" r:id="rId12"/>
    <p:sldId id="320" r:id="rId13"/>
    <p:sldId id="317" r:id="rId14"/>
    <p:sldId id="315" r:id="rId15"/>
    <p:sldId id="316" r:id="rId16"/>
    <p:sldId id="323" r:id="rId17"/>
    <p:sldId id="318" r:id="rId18"/>
    <p:sldId id="325" r:id="rId19"/>
    <p:sldId id="312" r:id="rId20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B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341A17-2FAB-4044-94F3-BFB11C2567B9}" v="2" dt="2023-06-20T17:07:57.8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86"/>
      </p:cViewPr>
      <p:guideLst>
        <p:guide orient="horz" pos="1392"/>
        <p:guide pos="7056"/>
        <p:guide orient="horz" pos="31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derico Faccioli - federico.faccioli2@studio.unibo.it" userId="202925a9-b052-4e57-adf8-6bb72ca40ffa" providerId="ADAL" clId="{46341A17-2FAB-4044-94F3-BFB11C2567B9}"/>
    <pc:docChg chg="undo custSel addSld delSld modSld sldOrd">
      <pc:chgData name="Federico Faccioli - federico.faccioli2@studio.unibo.it" userId="202925a9-b052-4e57-adf8-6bb72ca40ffa" providerId="ADAL" clId="{46341A17-2FAB-4044-94F3-BFB11C2567B9}" dt="2023-06-20T17:13:40.929" v="5010" actId="27636"/>
      <pc:docMkLst>
        <pc:docMk/>
      </pc:docMkLst>
      <pc:sldChg chg="modSp mod">
        <pc:chgData name="Federico Faccioli - federico.faccioli2@studio.unibo.it" userId="202925a9-b052-4e57-adf8-6bb72ca40ffa" providerId="ADAL" clId="{46341A17-2FAB-4044-94F3-BFB11C2567B9}" dt="2023-05-22T10:06:10.844" v="1488" actId="20577"/>
        <pc:sldMkLst>
          <pc:docMk/>
          <pc:sldMk cId="114769864" sldId="306"/>
        </pc:sldMkLst>
        <pc:spChg chg="mod">
          <ac:chgData name="Federico Faccioli - federico.faccioli2@studio.unibo.it" userId="202925a9-b052-4e57-adf8-6bb72ca40ffa" providerId="ADAL" clId="{46341A17-2FAB-4044-94F3-BFB11C2567B9}" dt="2023-05-22T10:06:10.844" v="1488" actId="20577"/>
          <ac:spMkLst>
            <pc:docMk/>
            <pc:sldMk cId="114769864" sldId="306"/>
            <ac:spMk id="3" creationId="{A5F14073-9F68-4B7E-A576-26899D58C7A9}"/>
          </ac:spMkLst>
        </pc:spChg>
      </pc:sldChg>
      <pc:sldChg chg="addSp delSp modSp mod">
        <pc:chgData name="Federico Faccioli - federico.faccioli2@studio.unibo.it" userId="202925a9-b052-4e57-adf8-6bb72ca40ffa" providerId="ADAL" clId="{46341A17-2FAB-4044-94F3-BFB11C2567B9}" dt="2023-06-20T17:13:40.929" v="5010" actId="27636"/>
        <pc:sldMkLst>
          <pc:docMk/>
          <pc:sldMk cId="1613598062" sldId="307"/>
        </pc:sldMkLst>
        <pc:spChg chg="mod">
          <ac:chgData name="Federico Faccioli - federico.faccioli2@studio.unibo.it" userId="202925a9-b052-4e57-adf8-6bb72ca40ffa" providerId="ADAL" clId="{46341A17-2FAB-4044-94F3-BFB11C2567B9}" dt="2023-05-22T09:34:17.597" v="7" actId="20577"/>
          <ac:spMkLst>
            <pc:docMk/>
            <pc:sldMk cId="1613598062" sldId="307"/>
            <ac:spMk id="3" creationId="{1DDBBC93-70DF-4E4E-98E3-08124185AB18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6-20T17:13:40.929" v="5010" actId="27636"/>
          <ac:spMkLst>
            <pc:docMk/>
            <pc:sldMk cId="1613598062" sldId="307"/>
            <ac:spMk id="4" creationId="{65DE74E9-AA78-46C1-845A-0B72FA8AF35E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5-22T09:34:28.900" v="9" actId="478"/>
          <ac:spMkLst>
            <pc:docMk/>
            <pc:sldMk cId="1613598062" sldId="307"/>
            <ac:spMk id="5" creationId="{CE9EF867-2E83-FE81-7D00-538E2F8A2646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6-05T15:45:52.730" v="4833" actId="20577"/>
          <ac:spMkLst>
            <pc:docMk/>
            <pc:sldMk cId="1613598062" sldId="307"/>
            <ac:spMk id="7" creationId="{05C25F72-F9A7-42F9-9720-0801ED77D4D1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6-05T15:46:45.297" v="4858" actId="20577"/>
          <ac:spMkLst>
            <pc:docMk/>
            <pc:sldMk cId="1613598062" sldId="307"/>
            <ac:spMk id="8" creationId="{AEEDFC2F-FF0A-4EC9-A0BB-0AA2B1E6BA4A}"/>
          </ac:spMkLst>
        </pc:spChg>
        <pc:picChg chg="del">
          <ac:chgData name="Federico Faccioli - federico.faccioli2@studio.unibo.it" userId="202925a9-b052-4e57-adf8-6bb72ca40ffa" providerId="ADAL" clId="{46341A17-2FAB-4044-94F3-BFB11C2567B9}" dt="2023-05-22T09:34:25.970" v="8" actId="478"/>
          <ac:picMkLst>
            <pc:docMk/>
            <pc:sldMk cId="1613598062" sldId="307"/>
            <ac:picMk id="6" creationId="{4642631A-6ABE-41EA-A308-9CF1230F1421}"/>
          </ac:picMkLst>
        </pc:picChg>
        <pc:picChg chg="add mod">
          <ac:chgData name="Federico Faccioli - federico.faccioli2@studio.unibo.it" userId="202925a9-b052-4e57-adf8-6bb72ca40ffa" providerId="ADAL" clId="{46341A17-2FAB-4044-94F3-BFB11C2567B9}" dt="2023-06-05T14:02:46.204" v="3378" actId="1076"/>
          <ac:picMkLst>
            <pc:docMk/>
            <pc:sldMk cId="1613598062" sldId="307"/>
            <ac:picMk id="10" creationId="{F059A679-45E9-CC46-7490-B9B637153D15}"/>
          </ac:picMkLst>
        </pc:picChg>
      </pc:sldChg>
      <pc:sldChg chg="addSp delSp modSp mod">
        <pc:chgData name="Federico Faccioli - federico.faccioli2@studio.unibo.it" userId="202925a9-b052-4e57-adf8-6bb72ca40ffa" providerId="ADAL" clId="{46341A17-2FAB-4044-94F3-BFB11C2567B9}" dt="2023-06-19T08:42:55.891" v="4978" actId="20577"/>
        <pc:sldMkLst>
          <pc:docMk/>
          <pc:sldMk cId="365334912" sldId="308"/>
        </pc:sldMkLst>
        <pc:spChg chg="mod">
          <ac:chgData name="Federico Faccioli - federico.faccioli2@studio.unibo.it" userId="202925a9-b052-4e57-adf8-6bb72ca40ffa" providerId="ADAL" clId="{46341A17-2FAB-4044-94F3-BFB11C2567B9}" dt="2023-06-19T08:42:55.891" v="4978" actId="20577"/>
          <ac:spMkLst>
            <pc:docMk/>
            <pc:sldMk cId="365334912" sldId="308"/>
            <ac:spMk id="4" creationId="{B0881FA9-F3B0-4912-B0E1-352094195C30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5-22T09:54:48.704" v="1408" actId="478"/>
          <ac:spMkLst>
            <pc:docMk/>
            <pc:sldMk cId="365334912" sldId="308"/>
            <ac:spMk id="5" creationId="{597C8B67-C5F5-9D9A-C1ED-9597E600A63D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6-05T15:46:04.060" v="4841" actId="20577"/>
          <ac:spMkLst>
            <pc:docMk/>
            <pc:sldMk cId="365334912" sldId="308"/>
            <ac:spMk id="9" creationId="{D45C472E-4078-40A0-83A2-652E8356EDCB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5-22T10:04:38.926" v="1440" actId="20577"/>
          <ac:spMkLst>
            <pc:docMk/>
            <pc:sldMk cId="365334912" sldId="308"/>
            <ac:spMk id="10" creationId="{A8C7C3A0-5E78-49C8-B8D4-F3DF62B2BC93}"/>
          </ac:spMkLst>
        </pc:spChg>
        <pc:picChg chg="add del mod">
          <ac:chgData name="Federico Faccioli - federico.faccioli2@studio.unibo.it" userId="202925a9-b052-4e57-adf8-6bb72ca40ffa" providerId="ADAL" clId="{46341A17-2FAB-4044-94F3-BFB11C2567B9}" dt="2023-05-22T09:55:00.540" v="1413" actId="478"/>
          <ac:picMkLst>
            <pc:docMk/>
            <pc:sldMk cId="365334912" sldId="308"/>
            <ac:picMk id="7" creationId="{A615E197-ACFB-BE18-94BA-B098611A6F4B}"/>
          </ac:picMkLst>
        </pc:picChg>
        <pc:picChg chg="del mod">
          <ac:chgData name="Federico Faccioli - federico.faccioli2@studio.unibo.it" userId="202925a9-b052-4e57-adf8-6bb72ca40ffa" providerId="ADAL" clId="{46341A17-2FAB-4044-94F3-BFB11C2567B9}" dt="2023-05-22T09:54:44.478" v="1407" actId="478"/>
          <ac:picMkLst>
            <pc:docMk/>
            <pc:sldMk cId="365334912" sldId="308"/>
            <ac:picMk id="8" creationId="{B53D1AAB-32B2-4F04-828F-AB1C758AF004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22T09:55:59.214" v="1422" actId="478"/>
          <ac:picMkLst>
            <pc:docMk/>
            <pc:sldMk cId="365334912" sldId="308"/>
            <ac:picMk id="13" creationId="{7DE5DFC0-53D3-EE85-771A-AC5EA3CF7DAF}"/>
          </ac:picMkLst>
        </pc:picChg>
        <pc:picChg chg="add mod">
          <ac:chgData name="Federico Faccioli - federico.faccioli2@studio.unibo.it" userId="202925a9-b052-4e57-adf8-6bb72ca40ffa" providerId="ADAL" clId="{46341A17-2FAB-4044-94F3-BFB11C2567B9}" dt="2023-05-22T09:59:25.492" v="1428" actId="1076"/>
          <ac:picMkLst>
            <pc:docMk/>
            <pc:sldMk cId="365334912" sldId="308"/>
            <ac:picMk id="15" creationId="{2154835B-8673-B055-1E01-B91BD6868EA1}"/>
          </ac:picMkLst>
        </pc:picChg>
      </pc:sldChg>
      <pc:sldChg chg="addSp delSp modSp del mod">
        <pc:chgData name="Federico Faccioli - federico.faccioli2@studio.unibo.it" userId="202925a9-b052-4e57-adf8-6bb72ca40ffa" providerId="ADAL" clId="{46341A17-2FAB-4044-94F3-BFB11C2567B9}" dt="2023-06-05T14:03:13.181" v="3380" actId="2696"/>
        <pc:sldMkLst>
          <pc:docMk/>
          <pc:sldMk cId="3561473475" sldId="310"/>
        </pc:sldMkLst>
        <pc:spChg chg="mod">
          <ac:chgData name="Federico Faccioli - federico.faccioli2@studio.unibo.it" userId="202925a9-b052-4e57-adf8-6bb72ca40ffa" providerId="ADAL" clId="{46341A17-2FAB-4044-94F3-BFB11C2567B9}" dt="2023-05-22T09:41:25.680" v="248" actId="5793"/>
          <ac:spMkLst>
            <pc:docMk/>
            <pc:sldMk cId="3561473475" sldId="310"/>
            <ac:spMk id="2" creationId="{94FDFB95-2803-4882-8DE6-333A75D37240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5-22T09:39:08.079" v="207" actId="20577"/>
          <ac:spMkLst>
            <pc:docMk/>
            <pc:sldMk cId="3561473475" sldId="310"/>
            <ac:spMk id="3" creationId="{8AFC25C2-2815-4A92-A043-0CEC83591A94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5-22T09:38:23.161" v="64" actId="931"/>
          <ac:spMkLst>
            <pc:docMk/>
            <pc:sldMk cId="3561473475" sldId="310"/>
            <ac:spMk id="5" creationId="{6923DEB5-F3D9-7E50-F37D-00AEE435C31C}"/>
          </ac:spMkLst>
        </pc:spChg>
        <pc:picChg chg="add mod">
          <ac:chgData name="Federico Faccioli - federico.faccioli2@studio.unibo.it" userId="202925a9-b052-4e57-adf8-6bb72ca40ffa" providerId="ADAL" clId="{46341A17-2FAB-4044-94F3-BFB11C2567B9}" dt="2023-05-22T09:38:24.667" v="66" actId="962"/>
          <ac:picMkLst>
            <pc:docMk/>
            <pc:sldMk cId="3561473475" sldId="310"/>
            <ac:picMk id="7" creationId="{3FD3950A-9E5A-3672-EDD6-71FD297F15AD}"/>
          </ac:picMkLst>
        </pc:picChg>
        <pc:picChg chg="del">
          <ac:chgData name="Federico Faccioli - federico.faccioli2@studio.unibo.it" userId="202925a9-b052-4e57-adf8-6bb72ca40ffa" providerId="ADAL" clId="{46341A17-2FAB-4044-94F3-BFB11C2567B9}" dt="2023-05-22T09:37:58.281" v="63" actId="478"/>
          <ac:picMkLst>
            <pc:docMk/>
            <pc:sldMk cId="3561473475" sldId="310"/>
            <ac:picMk id="8" creationId="{8DD372BB-220C-48D2-B19A-562BE88C2109}"/>
          </ac:picMkLst>
        </pc:picChg>
      </pc:sldChg>
      <pc:sldChg chg="del">
        <pc:chgData name="Federico Faccioli - federico.faccioli2@studio.unibo.it" userId="202925a9-b052-4e57-adf8-6bb72ca40ffa" providerId="ADAL" clId="{46341A17-2FAB-4044-94F3-BFB11C2567B9}" dt="2023-06-05T14:03:18.064" v="3381" actId="2696"/>
        <pc:sldMkLst>
          <pc:docMk/>
          <pc:sldMk cId="3584772686" sldId="311"/>
        </pc:sldMkLst>
      </pc:sldChg>
      <pc:sldChg chg="addSp delSp modSp mod">
        <pc:chgData name="Federico Faccioli - federico.faccioli2@studio.unibo.it" userId="202925a9-b052-4e57-adf8-6bb72ca40ffa" providerId="ADAL" clId="{46341A17-2FAB-4044-94F3-BFB11C2567B9}" dt="2023-06-05T15:47:50.530" v="4962" actId="20577"/>
        <pc:sldMkLst>
          <pc:docMk/>
          <pc:sldMk cId="927313156" sldId="312"/>
        </pc:sldMkLst>
        <pc:spChg chg="add del mod">
          <ac:chgData name="Federico Faccioli - federico.faccioli2@studio.unibo.it" userId="202925a9-b052-4e57-adf8-6bb72ca40ffa" providerId="ADAL" clId="{46341A17-2FAB-4044-94F3-BFB11C2567B9}" dt="2023-05-30T15:16:13.397" v="2739" actId="478"/>
          <ac:spMkLst>
            <pc:docMk/>
            <pc:sldMk cId="927313156" sldId="312"/>
            <ac:spMk id="3" creationId="{D440D772-63F2-2C8F-AF24-7FFB28E2D2F6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5-30T15:16:08.846" v="2737" actId="478"/>
          <ac:spMkLst>
            <pc:docMk/>
            <pc:sldMk cId="927313156" sldId="312"/>
            <ac:spMk id="5" creationId="{F4371F79-9937-618D-14A0-E51EC45742A6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5-30T15:16:03.288" v="2733" actId="20577"/>
          <ac:spMkLst>
            <pc:docMk/>
            <pc:sldMk cId="927313156" sldId="312"/>
            <ac:spMk id="6" creationId="{FF777B66-94CB-491C-AC6B-BDAC98E21D57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6-01T10:59:12.794" v="2757" actId="20577"/>
          <ac:spMkLst>
            <pc:docMk/>
            <pc:sldMk cId="927313156" sldId="312"/>
            <ac:spMk id="7" creationId="{42AF1107-8D35-4E35-93C7-D3640946F742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5-30T15:16:09.515" v="2738" actId="478"/>
          <ac:spMkLst>
            <pc:docMk/>
            <pc:sldMk cId="927313156" sldId="312"/>
            <ac:spMk id="10" creationId="{A35BFADB-34F2-1C2A-C74C-E78E7B398436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5-30T15:16:15.650" v="2741" actId="478"/>
          <ac:spMkLst>
            <pc:docMk/>
            <pc:sldMk cId="927313156" sldId="312"/>
            <ac:spMk id="14" creationId="{DBD26CB7-18BB-7A8D-3400-6AA01FB9F8C0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6-05T15:47:50.530" v="4962" actId="20577"/>
          <ac:spMkLst>
            <pc:docMk/>
            <pc:sldMk cId="927313156" sldId="312"/>
            <ac:spMk id="22" creationId="{692474E6-3035-46B8-9C05-9B4204E8ED39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6-05T15:47:40.064" v="4954" actId="20577"/>
          <ac:spMkLst>
            <pc:docMk/>
            <pc:sldMk cId="927313156" sldId="312"/>
            <ac:spMk id="23" creationId="{DE8D546E-0F46-4CC0-B2B1-8B2430D00C0C}"/>
          </ac:spMkLst>
        </pc:spChg>
        <pc:picChg chg="del">
          <ac:chgData name="Federico Faccioli - federico.faccioli2@studio.unibo.it" userId="202925a9-b052-4e57-adf8-6bb72ca40ffa" providerId="ADAL" clId="{46341A17-2FAB-4044-94F3-BFB11C2567B9}" dt="2023-05-30T15:16:14.153" v="2740" actId="478"/>
          <ac:picMkLst>
            <pc:docMk/>
            <pc:sldMk cId="927313156" sldId="312"/>
            <ac:picMk id="9" creationId="{C82DA925-978C-48A9-98AD-0653B7A3D2D9}"/>
          </ac:picMkLst>
        </pc:picChg>
        <pc:picChg chg="del">
          <ac:chgData name="Federico Faccioli - federico.faccioli2@studio.unibo.it" userId="202925a9-b052-4e57-adf8-6bb72ca40ffa" providerId="ADAL" clId="{46341A17-2FAB-4044-94F3-BFB11C2567B9}" dt="2023-05-30T15:16:06.345" v="2734" actId="478"/>
          <ac:picMkLst>
            <pc:docMk/>
            <pc:sldMk cId="927313156" sldId="312"/>
            <ac:picMk id="11" creationId="{E63B7C3F-04A4-43F6-881D-FA11061CBAFA}"/>
          </ac:picMkLst>
        </pc:picChg>
        <pc:picChg chg="del">
          <ac:chgData name="Federico Faccioli - federico.faccioli2@studio.unibo.it" userId="202925a9-b052-4e57-adf8-6bb72ca40ffa" providerId="ADAL" clId="{46341A17-2FAB-4044-94F3-BFB11C2567B9}" dt="2023-05-30T15:16:07.990" v="2736" actId="478"/>
          <ac:picMkLst>
            <pc:docMk/>
            <pc:sldMk cId="927313156" sldId="312"/>
            <ac:picMk id="13" creationId="{E02C4914-F076-4415-9C5D-A9BDB6CC6110}"/>
          </ac:picMkLst>
        </pc:picChg>
        <pc:picChg chg="del">
          <ac:chgData name="Federico Faccioli - federico.faccioli2@studio.unibo.it" userId="202925a9-b052-4e57-adf8-6bb72ca40ffa" providerId="ADAL" clId="{46341A17-2FAB-4044-94F3-BFB11C2567B9}" dt="2023-05-30T15:16:07.292" v="2735" actId="478"/>
          <ac:picMkLst>
            <pc:docMk/>
            <pc:sldMk cId="927313156" sldId="312"/>
            <ac:picMk id="15" creationId="{3D15FDC1-74B5-4FD8-BD17-0E2502C411A6}"/>
          </ac:picMkLst>
        </pc:picChg>
        <pc:picChg chg="add mod">
          <ac:chgData name="Federico Faccioli - federico.faccioli2@studio.unibo.it" userId="202925a9-b052-4e57-adf8-6bb72ca40ffa" providerId="ADAL" clId="{46341A17-2FAB-4044-94F3-BFB11C2567B9}" dt="2023-05-30T15:17:28.715" v="2752" actId="1076"/>
          <ac:picMkLst>
            <pc:docMk/>
            <pc:sldMk cId="927313156" sldId="312"/>
            <ac:picMk id="17" creationId="{B481047E-213C-29F9-687E-4D3F818B8854}"/>
          </ac:picMkLst>
        </pc:picChg>
      </pc:sldChg>
      <pc:sldChg chg="addSp delSp modSp mod ord modClrScheme chgLayout">
        <pc:chgData name="Federico Faccioli - federico.faccioli2@studio.unibo.it" userId="202925a9-b052-4e57-adf8-6bb72ca40ffa" providerId="ADAL" clId="{46341A17-2FAB-4044-94F3-BFB11C2567B9}" dt="2023-06-05T15:46:15.920" v="4849" actId="20577"/>
        <pc:sldMkLst>
          <pc:docMk/>
          <pc:sldMk cId="1265607305" sldId="314"/>
        </pc:sldMkLst>
        <pc:spChg chg="mod">
          <ac:chgData name="Federico Faccioli - federico.faccioli2@studio.unibo.it" userId="202925a9-b052-4e57-adf8-6bb72ca40ffa" providerId="ADAL" clId="{46341A17-2FAB-4044-94F3-BFB11C2567B9}" dt="2023-05-22T10:11:55.671" v="1551" actId="26606"/>
          <ac:spMkLst>
            <pc:docMk/>
            <pc:sldMk cId="1265607305" sldId="314"/>
            <ac:spMk id="3" creationId="{0115FF41-AFA4-4D25-AB42-AB034F4B4FEC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5-22T10:29:27.387" v="1961" actId="20577"/>
          <ac:spMkLst>
            <pc:docMk/>
            <pc:sldMk cId="1265607305" sldId="314"/>
            <ac:spMk id="4" creationId="{B0881FA9-F3B0-4912-B0E1-352094195C30}"/>
          </ac:spMkLst>
        </pc:spChg>
        <pc:spChg chg="mod ord modVis">
          <ac:chgData name="Federico Faccioli - federico.faccioli2@studio.unibo.it" userId="202925a9-b052-4e57-adf8-6bb72ca40ffa" providerId="ADAL" clId="{46341A17-2FAB-4044-94F3-BFB11C2567B9}" dt="2023-06-05T15:46:15.920" v="4849" actId="20577"/>
          <ac:spMkLst>
            <pc:docMk/>
            <pc:sldMk cId="1265607305" sldId="314"/>
            <ac:spMk id="9" creationId="{D45C472E-4078-40A0-83A2-652E8356EDCB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5-22T10:11:55.671" v="1551" actId="26606"/>
          <ac:spMkLst>
            <pc:docMk/>
            <pc:sldMk cId="1265607305" sldId="314"/>
            <ac:spMk id="10" creationId="{A8C7C3A0-5E78-49C8-B8D4-F3DF62B2BC93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5-22T10:11:55.671" v="1551" actId="26606"/>
          <ac:spMkLst>
            <pc:docMk/>
            <pc:sldMk cId="1265607305" sldId="314"/>
            <ac:spMk id="11" creationId="{56AE2454-CE9A-4A6B-AB5A-349E0D967654}"/>
          </ac:spMkLst>
        </pc:spChg>
        <pc:picChg chg="add del mod">
          <ac:chgData name="Federico Faccioli - federico.faccioli2@studio.unibo.it" userId="202925a9-b052-4e57-adf8-6bb72ca40ffa" providerId="ADAL" clId="{46341A17-2FAB-4044-94F3-BFB11C2567B9}" dt="2023-05-22T10:07:40.060" v="1492" actId="478"/>
          <ac:picMkLst>
            <pc:docMk/>
            <pc:sldMk cId="1265607305" sldId="314"/>
            <ac:picMk id="2" creationId="{FECF1D7F-BB89-7466-A7D0-7D1FD293E3A7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22T10:08:59.876" v="1496" actId="478"/>
          <ac:picMkLst>
            <pc:docMk/>
            <pc:sldMk cId="1265607305" sldId="314"/>
            <ac:picMk id="5" creationId="{9DD81BB9-28E0-20E3-2BB0-6901437E9BFE}"/>
          </ac:picMkLst>
        </pc:picChg>
        <pc:picChg chg="add mod ord">
          <ac:chgData name="Federico Faccioli - federico.faccioli2@studio.unibo.it" userId="202925a9-b052-4e57-adf8-6bb72ca40ffa" providerId="ADAL" clId="{46341A17-2FAB-4044-94F3-BFB11C2567B9}" dt="2023-05-22T10:11:55.671" v="1551" actId="26606"/>
          <ac:picMkLst>
            <pc:docMk/>
            <pc:sldMk cId="1265607305" sldId="314"/>
            <ac:picMk id="7" creationId="{F7AE862D-8A77-57DF-34E6-A87C658E4358}"/>
          </ac:picMkLst>
        </pc:picChg>
        <pc:picChg chg="del">
          <ac:chgData name="Federico Faccioli - federico.faccioli2@studio.unibo.it" userId="202925a9-b052-4e57-adf8-6bb72ca40ffa" providerId="ADAL" clId="{46341A17-2FAB-4044-94F3-BFB11C2567B9}" dt="2023-05-22T10:10:40.439" v="1538" actId="478"/>
          <ac:picMkLst>
            <pc:docMk/>
            <pc:sldMk cId="1265607305" sldId="314"/>
            <ac:picMk id="15" creationId="{2154835B-8673-B055-1E01-B91BD6868EA1}"/>
          </ac:picMkLst>
        </pc:picChg>
      </pc:sldChg>
      <pc:sldChg chg="ord">
        <pc:chgData name="Federico Faccioli - federico.faccioli2@studio.unibo.it" userId="202925a9-b052-4e57-adf8-6bb72ca40ffa" providerId="ADAL" clId="{46341A17-2FAB-4044-94F3-BFB11C2567B9}" dt="2023-06-01T18:17:40.877" v="2792"/>
        <pc:sldMkLst>
          <pc:docMk/>
          <pc:sldMk cId="3060943316" sldId="315"/>
        </pc:sldMkLst>
      </pc:sldChg>
      <pc:sldChg chg="modSp mod ord">
        <pc:chgData name="Federico Faccioli - federico.faccioli2@studio.unibo.it" userId="202925a9-b052-4e57-adf8-6bb72ca40ffa" providerId="ADAL" clId="{46341A17-2FAB-4044-94F3-BFB11C2567B9}" dt="2023-06-05T15:48:54.618" v="4976" actId="20577"/>
        <pc:sldMkLst>
          <pc:docMk/>
          <pc:sldMk cId="2234971643" sldId="316"/>
        </pc:sldMkLst>
        <pc:spChg chg="mod">
          <ac:chgData name="Federico Faccioli - federico.faccioli2@studio.unibo.it" userId="202925a9-b052-4e57-adf8-6bb72ca40ffa" providerId="ADAL" clId="{46341A17-2FAB-4044-94F3-BFB11C2567B9}" dt="2023-06-05T15:48:54.618" v="4976" actId="20577"/>
          <ac:spMkLst>
            <pc:docMk/>
            <pc:sldMk cId="2234971643" sldId="316"/>
            <ac:spMk id="5" creationId="{2D3B295D-1C04-30AE-3B44-6DD4A6E4B46F}"/>
          </ac:spMkLst>
        </pc:spChg>
      </pc:sldChg>
      <pc:sldChg chg="modSp new mod">
        <pc:chgData name="Federico Faccioli - federico.faccioli2@studio.unibo.it" userId="202925a9-b052-4e57-adf8-6bb72ca40ffa" providerId="ADAL" clId="{46341A17-2FAB-4044-94F3-BFB11C2567B9}" dt="2023-05-30T13:49:48.554" v="1979" actId="20577"/>
        <pc:sldMkLst>
          <pc:docMk/>
          <pc:sldMk cId="757650927" sldId="318"/>
        </pc:sldMkLst>
        <pc:spChg chg="mod">
          <ac:chgData name="Federico Faccioli - federico.faccioli2@studio.unibo.it" userId="202925a9-b052-4e57-adf8-6bb72ca40ffa" providerId="ADAL" clId="{46341A17-2FAB-4044-94F3-BFB11C2567B9}" dt="2023-05-30T13:49:48.554" v="1979" actId="20577"/>
          <ac:spMkLst>
            <pc:docMk/>
            <pc:sldMk cId="757650927" sldId="318"/>
            <ac:spMk id="2" creationId="{1F07FC34-7AB5-1BEE-7068-A1516D5917B3}"/>
          </ac:spMkLst>
        </pc:spChg>
      </pc:sldChg>
      <pc:sldChg chg="modSp del mod">
        <pc:chgData name="Federico Faccioli - federico.faccioli2@studio.unibo.it" userId="202925a9-b052-4e57-adf8-6bb72ca40ffa" providerId="ADAL" clId="{46341A17-2FAB-4044-94F3-BFB11C2567B9}" dt="2023-06-20T17:08:17.529" v="4979" actId="2696"/>
        <pc:sldMkLst>
          <pc:docMk/>
          <pc:sldMk cId="3058122911" sldId="319"/>
        </pc:sldMkLst>
        <pc:picChg chg="mod">
          <ac:chgData name="Federico Faccioli - federico.faccioli2@studio.unibo.it" userId="202925a9-b052-4e57-adf8-6bb72ca40ffa" providerId="ADAL" clId="{46341A17-2FAB-4044-94F3-BFB11C2567B9}" dt="2023-05-30T14:29:36.963" v="1983" actId="1076"/>
          <ac:picMkLst>
            <pc:docMk/>
            <pc:sldMk cId="3058122911" sldId="319"/>
            <ac:picMk id="5" creationId="{696DB6E4-521B-48E4-BCB9-B7F617AE1394}"/>
          </ac:picMkLst>
        </pc:picChg>
      </pc:sldChg>
      <pc:sldChg chg="addSp delSp modSp del mod">
        <pc:chgData name="Federico Faccioli - federico.faccioli2@studio.unibo.it" userId="202925a9-b052-4e57-adf8-6bb72ca40ffa" providerId="ADAL" clId="{46341A17-2FAB-4044-94F3-BFB11C2567B9}" dt="2023-06-05T14:03:06.727" v="3379" actId="2696"/>
        <pc:sldMkLst>
          <pc:docMk/>
          <pc:sldMk cId="4174990430" sldId="321"/>
        </pc:sldMkLst>
        <pc:spChg chg="add mod">
          <ac:chgData name="Federico Faccioli - federico.faccioli2@studio.unibo.it" userId="202925a9-b052-4e57-adf8-6bb72ca40ffa" providerId="ADAL" clId="{46341A17-2FAB-4044-94F3-BFB11C2567B9}" dt="2023-05-30T14:31:15.426" v="1985" actId="1076"/>
          <ac:spMkLst>
            <pc:docMk/>
            <pc:sldMk cId="4174990430" sldId="321"/>
            <ac:spMk id="8" creationId="{23C0EC39-CB48-9572-6A0D-04F348072133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15.426" v="1985" actId="1076"/>
          <ac:spMkLst>
            <pc:docMk/>
            <pc:sldMk cId="4174990430" sldId="321"/>
            <ac:spMk id="9" creationId="{760AFEBD-95EA-3DBF-CAAC-F5A6C64F62BA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15.426" v="1985" actId="1076"/>
          <ac:spMkLst>
            <pc:docMk/>
            <pc:sldMk cId="4174990430" sldId="321"/>
            <ac:spMk id="10" creationId="{ED8B40E6-97DA-C34B-9245-018C8B00A2C9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18.022" v="1987" actId="1076"/>
          <ac:spMkLst>
            <pc:docMk/>
            <pc:sldMk cId="4174990430" sldId="321"/>
            <ac:spMk id="11" creationId="{AFCB0E9C-3E09-E593-AC1A-91404DA90A5A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18.022" v="1987" actId="1076"/>
          <ac:spMkLst>
            <pc:docMk/>
            <pc:sldMk cId="4174990430" sldId="321"/>
            <ac:spMk id="12" creationId="{6DC71DE8-415E-B325-3869-A10541461BC8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18.022" v="1987" actId="1076"/>
          <ac:spMkLst>
            <pc:docMk/>
            <pc:sldMk cId="4174990430" sldId="321"/>
            <ac:spMk id="13" creationId="{D94E2CA0-3BB3-D0CF-9B2D-D3DB04B8ABFB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0.292" v="1989" actId="1076"/>
          <ac:spMkLst>
            <pc:docMk/>
            <pc:sldMk cId="4174990430" sldId="321"/>
            <ac:spMk id="14" creationId="{E0B19385-8B00-0964-6A17-F58E18CE9219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0.292" v="1989" actId="1076"/>
          <ac:spMkLst>
            <pc:docMk/>
            <pc:sldMk cId="4174990430" sldId="321"/>
            <ac:spMk id="15" creationId="{88CFBAFD-8BE9-34B2-3793-90352A9B82EE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0.292" v="1989" actId="1076"/>
          <ac:spMkLst>
            <pc:docMk/>
            <pc:sldMk cId="4174990430" sldId="321"/>
            <ac:spMk id="16" creationId="{2EF55267-BB38-FBD7-AA3F-463626681D57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2.562" v="1991" actId="1076"/>
          <ac:spMkLst>
            <pc:docMk/>
            <pc:sldMk cId="4174990430" sldId="321"/>
            <ac:spMk id="17" creationId="{A8C14638-33C1-C132-9019-A2C6AC6E7B69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2.562" v="1991" actId="1076"/>
          <ac:spMkLst>
            <pc:docMk/>
            <pc:sldMk cId="4174990430" sldId="321"/>
            <ac:spMk id="18" creationId="{F4E0B6D1-8E08-14FD-2C6D-9AE54CC50124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2.562" v="1991" actId="1076"/>
          <ac:spMkLst>
            <pc:docMk/>
            <pc:sldMk cId="4174990430" sldId="321"/>
            <ac:spMk id="19" creationId="{85ACF3B6-88FE-4841-528C-137B4070F245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3.119" v="1992"/>
          <ac:spMkLst>
            <pc:docMk/>
            <pc:sldMk cId="4174990430" sldId="321"/>
            <ac:spMk id="20" creationId="{5FC3E3FF-2883-AD42-649C-E33DB5598FBE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3.119" v="1992"/>
          <ac:spMkLst>
            <pc:docMk/>
            <pc:sldMk cId="4174990430" sldId="321"/>
            <ac:spMk id="21" creationId="{DCC36C27-7FEA-D90C-BCD8-69AD962009DF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3.119" v="1992"/>
          <ac:spMkLst>
            <pc:docMk/>
            <pc:sldMk cId="4174990430" sldId="321"/>
            <ac:spMk id="22" creationId="{0BAB5E82-62A4-AD8F-C6E0-85269DF5031B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3.824" v="1993"/>
          <ac:spMkLst>
            <pc:docMk/>
            <pc:sldMk cId="4174990430" sldId="321"/>
            <ac:spMk id="23" creationId="{1ACB1E57-3711-A9DE-F3BB-33F697BFAA5E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3.824" v="1993"/>
          <ac:spMkLst>
            <pc:docMk/>
            <pc:sldMk cId="4174990430" sldId="321"/>
            <ac:spMk id="24" creationId="{45D2B902-A8EF-2444-E9B0-918667911FE4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3.824" v="1993"/>
          <ac:spMkLst>
            <pc:docMk/>
            <pc:sldMk cId="4174990430" sldId="321"/>
            <ac:spMk id="25" creationId="{0B8874F7-D4DA-6019-B784-297A6EE1BE6C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046" v="1994"/>
          <ac:spMkLst>
            <pc:docMk/>
            <pc:sldMk cId="4174990430" sldId="321"/>
            <ac:spMk id="26" creationId="{7313CCB2-3A4B-46ED-AB4E-5C649DF96CDC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046" v="1994"/>
          <ac:spMkLst>
            <pc:docMk/>
            <pc:sldMk cId="4174990430" sldId="321"/>
            <ac:spMk id="27" creationId="{EE11D7F5-B9C9-51A3-4474-395853A7FF3A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046" v="1994"/>
          <ac:spMkLst>
            <pc:docMk/>
            <pc:sldMk cId="4174990430" sldId="321"/>
            <ac:spMk id="28" creationId="{B9432D9F-5D2C-36C5-DBE8-DDEC0B05B7F7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232" v="1995"/>
          <ac:spMkLst>
            <pc:docMk/>
            <pc:sldMk cId="4174990430" sldId="321"/>
            <ac:spMk id="29" creationId="{64CCA76F-3E2D-E597-2709-2296D9D3EF90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232" v="1995"/>
          <ac:spMkLst>
            <pc:docMk/>
            <pc:sldMk cId="4174990430" sldId="321"/>
            <ac:spMk id="30" creationId="{79E7FDF5-D69A-898B-F531-C79BC6B40AF8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232" v="1995"/>
          <ac:spMkLst>
            <pc:docMk/>
            <pc:sldMk cId="4174990430" sldId="321"/>
            <ac:spMk id="31" creationId="{078D5ABD-730C-A680-8EE7-2F91D4EFF778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391" v="1996"/>
          <ac:spMkLst>
            <pc:docMk/>
            <pc:sldMk cId="4174990430" sldId="321"/>
            <ac:spMk id="32" creationId="{13392B5B-BF55-54D3-1F6B-E444C7C4F2E1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391" v="1996"/>
          <ac:spMkLst>
            <pc:docMk/>
            <pc:sldMk cId="4174990430" sldId="321"/>
            <ac:spMk id="33" creationId="{E653C2BE-5D8A-A35C-F84E-4DA568D5819D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391" v="1996"/>
          <ac:spMkLst>
            <pc:docMk/>
            <pc:sldMk cId="4174990430" sldId="321"/>
            <ac:spMk id="34" creationId="{86BD0953-D805-7211-4E47-0D67FD5A7E2D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555" v="1997"/>
          <ac:spMkLst>
            <pc:docMk/>
            <pc:sldMk cId="4174990430" sldId="321"/>
            <ac:spMk id="35" creationId="{73E328A1-46A1-AF1C-3AEA-2DF1014110E0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555" v="1997"/>
          <ac:spMkLst>
            <pc:docMk/>
            <pc:sldMk cId="4174990430" sldId="321"/>
            <ac:spMk id="36" creationId="{38242931-3919-AF0D-D845-76CC3EFA0E09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555" v="1997"/>
          <ac:spMkLst>
            <pc:docMk/>
            <pc:sldMk cId="4174990430" sldId="321"/>
            <ac:spMk id="37" creationId="{76482223-8566-254D-5237-F5749C702F8B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711" v="1998"/>
          <ac:spMkLst>
            <pc:docMk/>
            <pc:sldMk cId="4174990430" sldId="321"/>
            <ac:spMk id="38" creationId="{769FB8A5-E1D5-25BD-12BC-56AB349C555F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711" v="1998"/>
          <ac:spMkLst>
            <pc:docMk/>
            <pc:sldMk cId="4174990430" sldId="321"/>
            <ac:spMk id="39" creationId="{2B34CDFB-F752-8E4F-3234-F09594DCE800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711" v="1998"/>
          <ac:spMkLst>
            <pc:docMk/>
            <pc:sldMk cId="4174990430" sldId="321"/>
            <ac:spMk id="40" creationId="{72296811-243D-5CAC-A5BD-7E9EBD068BC4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890" v="1999"/>
          <ac:spMkLst>
            <pc:docMk/>
            <pc:sldMk cId="4174990430" sldId="321"/>
            <ac:spMk id="41" creationId="{EC83EE77-6DCF-E9AD-F13C-E0553523DED9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890" v="1999"/>
          <ac:spMkLst>
            <pc:docMk/>
            <pc:sldMk cId="4174990430" sldId="321"/>
            <ac:spMk id="42" creationId="{F730FFED-F26B-7743-0B04-06690BD859CD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4.890" v="1999"/>
          <ac:spMkLst>
            <pc:docMk/>
            <pc:sldMk cId="4174990430" sldId="321"/>
            <ac:spMk id="43" creationId="{632D1D39-2584-9F20-1FC0-A3A0159C0226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032" v="2000"/>
          <ac:spMkLst>
            <pc:docMk/>
            <pc:sldMk cId="4174990430" sldId="321"/>
            <ac:spMk id="44" creationId="{DF7329C6-8432-6587-2C61-E072B0595C09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032" v="2000"/>
          <ac:spMkLst>
            <pc:docMk/>
            <pc:sldMk cId="4174990430" sldId="321"/>
            <ac:spMk id="45" creationId="{ED4C28BA-6DDB-D0BB-012A-E9BED43DA9A0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032" v="2000"/>
          <ac:spMkLst>
            <pc:docMk/>
            <pc:sldMk cId="4174990430" sldId="321"/>
            <ac:spMk id="46" creationId="{FE96D50C-A586-62DA-8B4B-BE26609EA226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544" v="2001"/>
          <ac:spMkLst>
            <pc:docMk/>
            <pc:sldMk cId="4174990430" sldId="321"/>
            <ac:spMk id="47" creationId="{EFAA9DD8-DA97-1873-63EF-C84FC65D051A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544" v="2001"/>
          <ac:spMkLst>
            <pc:docMk/>
            <pc:sldMk cId="4174990430" sldId="321"/>
            <ac:spMk id="48" creationId="{05DCCD5E-398E-AA48-D04C-A650F5157B9F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544" v="2001"/>
          <ac:spMkLst>
            <pc:docMk/>
            <pc:sldMk cId="4174990430" sldId="321"/>
            <ac:spMk id="49" creationId="{E754D234-FED8-3671-349D-E363D1DBFC31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576" v="2002"/>
          <ac:spMkLst>
            <pc:docMk/>
            <pc:sldMk cId="4174990430" sldId="321"/>
            <ac:spMk id="50" creationId="{52A55B25-76AF-82FA-BE27-A023FD13ED31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576" v="2002"/>
          <ac:spMkLst>
            <pc:docMk/>
            <pc:sldMk cId="4174990430" sldId="321"/>
            <ac:spMk id="51" creationId="{3C510703-4090-76EB-2F17-FD808B0ABA8E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576" v="2002"/>
          <ac:spMkLst>
            <pc:docMk/>
            <pc:sldMk cId="4174990430" sldId="321"/>
            <ac:spMk id="52" creationId="{3366F765-9123-C02F-C959-C495EB2F23A2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605" v="2003"/>
          <ac:spMkLst>
            <pc:docMk/>
            <pc:sldMk cId="4174990430" sldId="321"/>
            <ac:spMk id="53" creationId="{78470E1A-67B1-EB5A-CD1A-6CD57893018F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605" v="2003"/>
          <ac:spMkLst>
            <pc:docMk/>
            <pc:sldMk cId="4174990430" sldId="321"/>
            <ac:spMk id="54" creationId="{8500D409-BA66-60E2-F8B1-8CA4A8792511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605" v="2003"/>
          <ac:spMkLst>
            <pc:docMk/>
            <pc:sldMk cId="4174990430" sldId="321"/>
            <ac:spMk id="55" creationId="{243E2CEE-91F0-03EB-2E0D-F3AA0BA24D9B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637" v="2004"/>
          <ac:spMkLst>
            <pc:docMk/>
            <pc:sldMk cId="4174990430" sldId="321"/>
            <ac:spMk id="56" creationId="{A7CB7108-967E-2FD6-4744-3909F73C80B4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637" v="2004"/>
          <ac:spMkLst>
            <pc:docMk/>
            <pc:sldMk cId="4174990430" sldId="321"/>
            <ac:spMk id="57" creationId="{0EB1BD2D-5CE2-E434-41D1-60D38009EAB7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637" v="2004"/>
          <ac:spMkLst>
            <pc:docMk/>
            <pc:sldMk cId="4174990430" sldId="321"/>
            <ac:spMk id="58" creationId="{7EA124E2-D504-479B-270D-C1CA60308461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674" v="2005"/>
          <ac:spMkLst>
            <pc:docMk/>
            <pc:sldMk cId="4174990430" sldId="321"/>
            <ac:spMk id="59" creationId="{605CDBFC-188C-2D52-7E90-AC01D671F13C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674" v="2005"/>
          <ac:spMkLst>
            <pc:docMk/>
            <pc:sldMk cId="4174990430" sldId="321"/>
            <ac:spMk id="60" creationId="{F9CCEE38-AE29-424A-80C2-F2DB5C3C23E1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674" v="2005"/>
          <ac:spMkLst>
            <pc:docMk/>
            <pc:sldMk cId="4174990430" sldId="321"/>
            <ac:spMk id="61" creationId="{F25D8B23-F9FB-ECF6-52A0-71B2061B698C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707" v="2006"/>
          <ac:spMkLst>
            <pc:docMk/>
            <pc:sldMk cId="4174990430" sldId="321"/>
            <ac:spMk id="62" creationId="{1E883515-935A-85EB-D2BD-1DFEC8043523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707" v="2006"/>
          <ac:spMkLst>
            <pc:docMk/>
            <pc:sldMk cId="4174990430" sldId="321"/>
            <ac:spMk id="63" creationId="{F47079AA-5E24-1789-20F2-79F483DA868A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707" v="2006"/>
          <ac:spMkLst>
            <pc:docMk/>
            <pc:sldMk cId="4174990430" sldId="321"/>
            <ac:spMk id="64" creationId="{43B2DD92-121B-F559-C93F-A7AF9B6702EA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738" v="2007"/>
          <ac:spMkLst>
            <pc:docMk/>
            <pc:sldMk cId="4174990430" sldId="321"/>
            <ac:spMk id="65" creationId="{AE74A45A-AE05-C741-37EC-7D19A9DE8E46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738" v="2007"/>
          <ac:spMkLst>
            <pc:docMk/>
            <pc:sldMk cId="4174990430" sldId="321"/>
            <ac:spMk id="66" creationId="{EA0ABA1D-478B-0453-CC00-EB1630EAB18B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738" v="2007"/>
          <ac:spMkLst>
            <pc:docMk/>
            <pc:sldMk cId="4174990430" sldId="321"/>
            <ac:spMk id="67" creationId="{951B519F-379F-1979-07CF-6D4A060CBA41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774" v="2008"/>
          <ac:spMkLst>
            <pc:docMk/>
            <pc:sldMk cId="4174990430" sldId="321"/>
            <ac:spMk id="68" creationId="{91C3CB0D-B600-4AFE-C439-6C6EEBC86780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774" v="2008"/>
          <ac:spMkLst>
            <pc:docMk/>
            <pc:sldMk cId="4174990430" sldId="321"/>
            <ac:spMk id="69" creationId="{87675486-6064-5805-BF02-E36942F2B3F0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774" v="2008"/>
          <ac:spMkLst>
            <pc:docMk/>
            <pc:sldMk cId="4174990430" sldId="321"/>
            <ac:spMk id="70" creationId="{DCDA934F-F72A-FE09-54FB-3DB30522BC24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803" v="2009"/>
          <ac:spMkLst>
            <pc:docMk/>
            <pc:sldMk cId="4174990430" sldId="321"/>
            <ac:spMk id="71" creationId="{59E42157-8350-7B1E-5996-9A8AEF02F00A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803" v="2009"/>
          <ac:spMkLst>
            <pc:docMk/>
            <pc:sldMk cId="4174990430" sldId="321"/>
            <ac:spMk id="72" creationId="{8F04728F-46F1-803B-53C8-CC0E45827768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803" v="2009"/>
          <ac:spMkLst>
            <pc:docMk/>
            <pc:sldMk cId="4174990430" sldId="321"/>
            <ac:spMk id="73" creationId="{4A93E8CB-8CE1-2A30-F0D0-4C01583B3A65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837" v="2010"/>
          <ac:spMkLst>
            <pc:docMk/>
            <pc:sldMk cId="4174990430" sldId="321"/>
            <ac:spMk id="74" creationId="{C74B3793-2D7C-0F04-66F3-12230525BC33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837" v="2010"/>
          <ac:spMkLst>
            <pc:docMk/>
            <pc:sldMk cId="4174990430" sldId="321"/>
            <ac:spMk id="75" creationId="{473D5E3A-4F00-8ADE-04FF-9823EFB9C0CD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837" v="2010"/>
          <ac:spMkLst>
            <pc:docMk/>
            <pc:sldMk cId="4174990430" sldId="321"/>
            <ac:spMk id="76" creationId="{652F25C9-195F-866F-CF4C-ED886A8F841C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868" v="2011"/>
          <ac:spMkLst>
            <pc:docMk/>
            <pc:sldMk cId="4174990430" sldId="321"/>
            <ac:spMk id="77" creationId="{6DFE78F0-AE7C-66EA-0A74-B5342BC88F23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868" v="2011"/>
          <ac:spMkLst>
            <pc:docMk/>
            <pc:sldMk cId="4174990430" sldId="321"/>
            <ac:spMk id="78" creationId="{D0684B42-41DD-2CCD-EF5A-64EBD2648C28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868" v="2011"/>
          <ac:spMkLst>
            <pc:docMk/>
            <pc:sldMk cId="4174990430" sldId="321"/>
            <ac:spMk id="79" creationId="{E645471B-AE28-BB84-B819-E9ED6CF5D17D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903" v="2012"/>
          <ac:spMkLst>
            <pc:docMk/>
            <pc:sldMk cId="4174990430" sldId="321"/>
            <ac:spMk id="80" creationId="{06EAD882-348B-FDA5-2BA5-D401CA4A15AA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903" v="2012"/>
          <ac:spMkLst>
            <pc:docMk/>
            <pc:sldMk cId="4174990430" sldId="321"/>
            <ac:spMk id="81" creationId="{B6C64930-D0A5-3BED-0566-2A4E21C32910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903" v="2012"/>
          <ac:spMkLst>
            <pc:docMk/>
            <pc:sldMk cId="4174990430" sldId="321"/>
            <ac:spMk id="82" creationId="{8400AAD5-4A15-A01F-84F3-A4E6BC41556F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933" v="2013"/>
          <ac:spMkLst>
            <pc:docMk/>
            <pc:sldMk cId="4174990430" sldId="321"/>
            <ac:spMk id="83" creationId="{D70CC098-52A8-6DD8-6971-F882060F2593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933" v="2013"/>
          <ac:spMkLst>
            <pc:docMk/>
            <pc:sldMk cId="4174990430" sldId="321"/>
            <ac:spMk id="84" creationId="{C24BE922-0320-9013-30E5-8B3B2ED53214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933" v="2013"/>
          <ac:spMkLst>
            <pc:docMk/>
            <pc:sldMk cId="4174990430" sldId="321"/>
            <ac:spMk id="85" creationId="{05907714-924C-D213-C1AF-6A60EA30498F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966" v="2014"/>
          <ac:spMkLst>
            <pc:docMk/>
            <pc:sldMk cId="4174990430" sldId="321"/>
            <ac:spMk id="86" creationId="{56D39BDF-E809-57D4-2D2B-1939806F3416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966" v="2014"/>
          <ac:spMkLst>
            <pc:docMk/>
            <pc:sldMk cId="4174990430" sldId="321"/>
            <ac:spMk id="87" creationId="{E18E9921-DBD3-3B98-0161-4B8D428AA311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5.966" v="2014"/>
          <ac:spMkLst>
            <pc:docMk/>
            <pc:sldMk cId="4174990430" sldId="321"/>
            <ac:spMk id="88" creationId="{4B3E5149-D8AC-25FE-1905-6C40291C1E94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6" v="2015"/>
          <ac:spMkLst>
            <pc:docMk/>
            <pc:sldMk cId="4174990430" sldId="321"/>
            <ac:spMk id="89" creationId="{F5957B93-F88A-E078-3A32-E08926C96E69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6" v="2015"/>
          <ac:spMkLst>
            <pc:docMk/>
            <pc:sldMk cId="4174990430" sldId="321"/>
            <ac:spMk id="90" creationId="{48D98F70-A371-E4B0-2F9D-30ACD0D6650E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6" v="2015"/>
          <ac:spMkLst>
            <pc:docMk/>
            <pc:sldMk cId="4174990430" sldId="321"/>
            <ac:spMk id="91" creationId="{CBD46367-0D90-099B-57CF-E4D4B6CF6CF2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6.030" v="2016"/>
          <ac:spMkLst>
            <pc:docMk/>
            <pc:sldMk cId="4174990430" sldId="321"/>
            <ac:spMk id="92" creationId="{5DC86D83-7D82-A6ED-F130-C03B4A11E696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6.030" v="2016"/>
          <ac:spMkLst>
            <pc:docMk/>
            <pc:sldMk cId="4174990430" sldId="321"/>
            <ac:spMk id="93" creationId="{580B9DCF-3015-9588-0E5A-3C18AFFE0250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6.030" v="2016"/>
          <ac:spMkLst>
            <pc:docMk/>
            <pc:sldMk cId="4174990430" sldId="321"/>
            <ac:spMk id="94" creationId="{874B9CC5-E60C-B314-F92A-5435DC3C901F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6.070" v="2017"/>
          <ac:spMkLst>
            <pc:docMk/>
            <pc:sldMk cId="4174990430" sldId="321"/>
            <ac:spMk id="95" creationId="{67DE01FA-9E47-75EE-C15B-1ED92034845B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6.070" v="2017"/>
          <ac:spMkLst>
            <pc:docMk/>
            <pc:sldMk cId="4174990430" sldId="321"/>
            <ac:spMk id="96" creationId="{622B9329-5E75-A40F-AF80-46933957A04C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6.070" v="2017"/>
          <ac:spMkLst>
            <pc:docMk/>
            <pc:sldMk cId="4174990430" sldId="321"/>
            <ac:spMk id="97" creationId="{A49C272F-C2D4-725B-6098-6C9F54FE3360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6.409" v="2018"/>
          <ac:spMkLst>
            <pc:docMk/>
            <pc:sldMk cId="4174990430" sldId="321"/>
            <ac:spMk id="98" creationId="{2D181ADA-BF02-AE34-4136-0EDCB9DC7C3E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6.409" v="2018"/>
          <ac:spMkLst>
            <pc:docMk/>
            <pc:sldMk cId="4174990430" sldId="321"/>
            <ac:spMk id="99" creationId="{82E78814-4CFB-A0C9-69CD-C442E2EE5626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6.409" v="2018"/>
          <ac:spMkLst>
            <pc:docMk/>
            <pc:sldMk cId="4174990430" sldId="321"/>
            <ac:spMk id="100" creationId="{B2BB4550-6FE0-1AC7-D9C5-9A0A9B928221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6.961" v="2019"/>
          <ac:spMkLst>
            <pc:docMk/>
            <pc:sldMk cId="4174990430" sldId="321"/>
            <ac:spMk id="101" creationId="{C77D690D-E343-1C70-4207-32BB5992E798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13.847" v="2032" actId="1076"/>
          <ac:spMkLst>
            <pc:docMk/>
            <pc:sldMk cId="4174990430" sldId="321"/>
            <ac:spMk id="102" creationId="{8F9C2C3D-0258-D18F-F3BA-6571A60BE65E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26.961" v="2019"/>
          <ac:spMkLst>
            <pc:docMk/>
            <pc:sldMk cId="4174990430" sldId="321"/>
            <ac:spMk id="103" creationId="{057BC6BD-0C33-16D4-D4E6-DDF5DB3CE27E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48.969" v="2021" actId="1076"/>
          <ac:spMkLst>
            <pc:docMk/>
            <pc:sldMk cId="4174990430" sldId="321"/>
            <ac:spMk id="105" creationId="{9006BDFA-63C6-F60B-FA1E-46B7DB215B1C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48.969" v="2021" actId="1076"/>
          <ac:spMkLst>
            <pc:docMk/>
            <pc:sldMk cId="4174990430" sldId="321"/>
            <ac:spMk id="106" creationId="{4C1EDC5C-32FF-BA4A-117D-60A956ED8034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48.969" v="2021" actId="1076"/>
          <ac:spMkLst>
            <pc:docMk/>
            <pc:sldMk cId="4174990430" sldId="321"/>
            <ac:spMk id="107" creationId="{1038940D-48B5-CEF1-27BD-A861AEF6F305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54.536" v="2023" actId="1076"/>
          <ac:spMkLst>
            <pc:docMk/>
            <pc:sldMk cId="4174990430" sldId="321"/>
            <ac:spMk id="108" creationId="{CE149EFD-1DF3-0D55-930E-905EC38E35D3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54.536" v="2023" actId="1076"/>
          <ac:spMkLst>
            <pc:docMk/>
            <pc:sldMk cId="4174990430" sldId="321"/>
            <ac:spMk id="109" creationId="{3A231367-6E75-665E-4F51-A51883DC5D57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54.536" v="2023" actId="1076"/>
          <ac:spMkLst>
            <pc:docMk/>
            <pc:sldMk cId="4174990430" sldId="321"/>
            <ac:spMk id="110" creationId="{2EF286DD-0940-9C7E-C134-497813A8BEBF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58.362" v="2025" actId="1076"/>
          <ac:spMkLst>
            <pc:docMk/>
            <pc:sldMk cId="4174990430" sldId="321"/>
            <ac:spMk id="111" creationId="{F7347738-FCB6-D3E8-C1DC-3F43C7558A71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58.362" v="2025" actId="1076"/>
          <ac:spMkLst>
            <pc:docMk/>
            <pc:sldMk cId="4174990430" sldId="321"/>
            <ac:spMk id="112" creationId="{5C6AD9E2-9F6D-774D-E73B-2921BBAADDD3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1:58.362" v="2025" actId="1076"/>
          <ac:spMkLst>
            <pc:docMk/>
            <pc:sldMk cId="4174990430" sldId="321"/>
            <ac:spMk id="113" creationId="{232DB303-373B-8119-4CAE-72AA67155C58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01.724" v="2027" actId="1076"/>
          <ac:spMkLst>
            <pc:docMk/>
            <pc:sldMk cId="4174990430" sldId="321"/>
            <ac:spMk id="114" creationId="{4C84F668-978D-6136-E283-0FE7F716AEEF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01.724" v="2027" actId="1076"/>
          <ac:spMkLst>
            <pc:docMk/>
            <pc:sldMk cId="4174990430" sldId="321"/>
            <ac:spMk id="115" creationId="{0E38D684-2D35-A42F-DC52-A639C724314A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01.724" v="2027" actId="1076"/>
          <ac:spMkLst>
            <pc:docMk/>
            <pc:sldMk cId="4174990430" sldId="321"/>
            <ac:spMk id="116" creationId="{35C62CC4-3EFE-08AD-253B-813B9A482646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05.464" v="2029" actId="1076"/>
          <ac:spMkLst>
            <pc:docMk/>
            <pc:sldMk cId="4174990430" sldId="321"/>
            <ac:spMk id="117" creationId="{C4B3EE4E-963A-D2FC-F260-6D48903CB64B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05.464" v="2029" actId="1076"/>
          <ac:spMkLst>
            <pc:docMk/>
            <pc:sldMk cId="4174990430" sldId="321"/>
            <ac:spMk id="118" creationId="{B95B0E94-10D2-00C6-D5D4-47C4B65B678B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05.464" v="2029" actId="1076"/>
          <ac:spMkLst>
            <pc:docMk/>
            <pc:sldMk cId="4174990430" sldId="321"/>
            <ac:spMk id="119" creationId="{9EF2B66B-2C11-B676-2BDD-7EF0E1C2A9C7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09.646" v="2031" actId="1076"/>
          <ac:spMkLst>
            <pc:docMk/>
            <pc:sldMk cId="4174990430" sldId="321"/>
            <ac:spMk id="120" creationId="{7BA1CFAD-9C48-A7BC-D6B1-CF6BBDD34374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09.646" v="2031" actId="1076"/>
          <ac:spMkLst>
            <pc:docMk/>
            <pc:sldMk cId="4174990430" sldId="321"/>
            <ac:spMk id="121" creationId="{1B21E313-DC2F-111A-A236-904D3279FD2B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09.646" v="2031" actId="1076"/>
          <ac:spMkLst>
            <pc:docMk/>
            <pc:sldMk cId="4174990430" sldId="321"/>
            <ac:spMk id="122" creationId="{42FE0F4C-0523-4857-D6DC-61B61FB1302D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19.671" v="2034" actId="1076"/>
          <ac:spMkLst>
            <pc:docMk/>
            <pc:sldMk cId="4174990430" sldId="321"/>
            <ac:spMk id="123" creationId="{70B4DE2C-A7EC-20BA-EC0B-38714E9E8069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19.671" v="2034" actId="1076"/>
          <ac:spMkLst>
            <pc:docMk/>
            <pc:sldMk cId="4174990430" sldId="321"/>
            <ac:spMk id="124" creationId="{B2BFE10C-15D6-02F4-ED61-C20E311B6EAF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19.671" v="2034" actId="1076"/>
          <ac:spMkLst>
            <pc:docMk/>
            <pc:sldMk cId="4174990430" sldId="321"/>
            <ac:spMk id="125" creationId="{1FEF490D-9838-E055-BFA0-B593B86E2DC9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3.839" v="2036" actId="1076"/>
          <ac:spMkLst>
            <pc:docMk/>
            <pc:sldMk cId="4174990430" sldId="321"/>
            <ac:spMk id="126" creationId="{DB50B1E5-AA67-3D60-6FF5-C30A2F903F9A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3.839" v="2036" actId="1076"/>
          <ac:spMkLst>
            <pc:docMk/>
            <pc:sldMk cId="4174990430" sldId="321"/>
            <ac:spMk id="127" creationId="{04506A05-904F-07EB-1C2A-C09FE5442390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3.839" v="2036" actId="1076"/>
          <ac:spMkLst>
            <pc:docMk/>
            <pc:sldMk cId="4174990430" sldId="321"/>
            <ac:spMk id="128" creationId="{6AE90493-F9CE-E9B0-CA5E-5C6082F90337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5.484" v="2037"/>
          <ac:spMkLst>
            <pc:docMk/>
            <pc:sldMk cId="4174990430" sldId="321"/>
            <ac:spMk id="129" creationId="{FC7F1E81-90BE-A6DE-917D-6A2E9EE03DF5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5.484" v="2037"/>
          <ac:spMkLst>
            <pc:docMk/>
            <pc:sldMk cId="4174990430" sldId="321"/>
            <ac:spMk id="130" creationId="{2F429A49-A47F-5817-D6B9-F7ECF8B26083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5.484" v="2037"/>
          <ac:spMkLst>
            <pc:docMk/>
            <pc:sldMk cId="4174990430" sldId="321"/>
            <ac:spMk id="131" creationId="{63D6AEFA-5B6A-B9E7-EF53-14F43723A65E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6.291" v="2038"/>
          <ac:spMkLst>
            <pc:docMk/>
            <pc:sldMk cId="4174990430" sldId="321"/>
            <ac:spMk id="132" creationId="{91A95677-3703-3FA2-6BD5-EA86D1164501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6.291" v="2038"/>
          <ac:spMkLst>
            <pc:docMk/>
            <pc:sldMk cId="4174990430" sldId="321"/>
            <ac:spMk id="133" creationId="{9D67448C-0B5F-7AF4-C19B-470643EBD939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6.291" v="2038"/>
          <ac:spMkLst>
            <pc:docMk/>
            <pc:sldMk cId="4174990430" sldId="321"/>
            <ac:spMk id="134" creationId="{042238B2-8D94-35CD-346C-3B150DF60ADD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6.509" v="2039"/>
          <ac:spMkLst>
            <pc:docMk/>
            <pc:sldMk cId="4174990430" sldId="321"/>
            <ac:spMk id="135" creationId="{F4335421-BE69-AFE7-0848-EA7493CA91E5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6.509" v="2039"/>
          <ac:spMkLst>
            <pc:docMk/>
            <pc:sldMk cId="4174990430" sldId="321"/>
            <ac:spMk id="136" creationId="{37BB7F41-4875-63FF-F9E1-4EAB63A3E0CF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6.509" v="2039"/>
          <ac:spMkLst>
            <pc:docMk/>
            <pc:sldMk cId="4174990430" sldId="321"/>
            <ac:spMk id="137" creationId="{44AC686E-ACE5-3673-6C90-B4795CC4A211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6.742" v="2040"/>
          <ac:spMkLst>
            <pc:docMk/>
            <pc:sldMk cId="4174990430" sldId="321"/>
            <ac:spMk id="138" creationId="{F1084848-7726-2B7A-B06E-9AC59D2706C2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6.742" v="2040"/>
          <ac:spMkLst>
            <pc:docMk/>
            <pc:sldMk cId="4174990430" sldId="321"/>
            <ac:spMk id="139" creationId="{78732642-69DB-2FF0-F0DD-D18ABBA9120A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6.742" v="2040"/>
          <ac:spMkLst>
            <pc:docMk/>
            <pc:sldMk cId="4174990430" sldId="321"/>
            <ac:spMk id="140" creationId="{E3994F72-4725-6815-49F8-BA6B14F5ECE0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6.907" v="2041"/>
          <ac:spMkLst>
            <pc:docMk/>
            <pc:sldMk cId="4174990430" sldId="321"/>
            <ac:spMk id="141" creationId="{3C964B86-46A0-B7F0-3416-30210EF5B909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6.907" v="2041"/>
          <ac:spMkLst>
            <pc:docMk/>
            <pc:sldMk cId="4174990430" sldId="321"/>
            <ac:spMk id="142" creationId="{F5C088B6-6EA0-B831-B75E-FEE2AD20E85D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6.907" v="2041"/>
          <ac:spMkLst>
            <pc:docMk/>
            <pc:sldMk cId="4174990430" sldId="321"/>
            <ac:spMk id="143" creationId="{719FA7DE-7415-28D1-802C-BCF4F8144E65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8.669" v="2042"/>
          <ac:spMkLst>
            <pc:docMk/>
            <pc:sldMk cId="4174990430" sldId="321"/>
            <ac:spMk id="144" creationId="{9FD6FA03-0829-5666-8CE7-7E10D454B15A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8.669" v="2042"/>
          <ac:spMkLst>
            <pc:docMk/>
            <pc:sldMk cId="4174990430" sldId="321"/>
            <ac:spMk id="145" creationId="{8B9047AA-CB8A-0F37-BCC0-954872CF8789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8.669" v="2042"/>
          <ac:spMkLst>
            <pc:docMk/>
            <pc:sldMk cId="4174990430" sldId="321"/>
            <ac:spMk id="146" creationId="{5EECA08F-4599-564E-436B-DFDA7ADBA5E9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8.874" v="2043"/>
          <ac:spMkLst>
            <pc:docMk/>
            <pc:sldMk cId="4174990430" sldId="321"/>
            <ac:spMk id="147" creationId="{18F8254B-BF12-D983-2ADB-25EC2B1260B4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33.567" v="2044" actId="1076"/>
          <ac:spMkLst>
            <pc:docMk/>
            <pc:sldMk cId="4174990430" sldId="321"/>
            <ac:spMk id="148" creationId="{65070CFE-5AD8-BFA8-79CF-D0301D513012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5-30T14:32:28.874" v="2043"/>
          <ac:spMkLst>
            <pc:docMk/>
            <pc:sldMk cId="4174990430" sldId="321"/>
            <ac:spMk id="149" creationId="{AE1B9A5B-97D8-1348-5221-FAE3C733F18B}"/>
          </ac:spMkLst>
        </pc:spChg>
        <pc:picChg chg="add del mod">
          <ac:chgData name="Federico Faccioli - federico.faccioli2@studio.unibo.it" userId="202925a9-b052-4e57-adf8-6bb72ca40ffa" providerId="ADAL" clId="{46341A17-2FAB-4044-94F3-BFB11C2567B9}" dt="2023-05-30T14:45:36.851" v="2106" actId="478"/>
          <ac:picMkLst>
            <pc:docMk/>
            <pc:sldMk cId="4174990430" sldId="321"/>
            <ac:picMk id="152" creationId="{9B68A780-8506-4AB6-0FFD-685E060512F4}"/>
          </ac:picMkLst>
        </pc:picChg>
        <pc:picChg chg="add mod">
          <ac:chgData name="Federico Faccioli - federico.faccioli2@studio.unibo.it" userId="202925a9-b052-4e57-adf8-6bb72ca40ffa" providerId="ADAL" clId="{46341A17-2FAB-4044-94F3-BFB11C2567B9}" dt="2023-05-30T14:47:45.162" v="2113" actId="14100"/>
          <ac:picMkLst>
            <pc:docMk/>
            <pc:sldMk cId="4174990430" sldId="321"/>
            <ac:picMk id="172" creationId="{BDA97137-5C4B-A7F6-E039-A562127CAB7D}"/>
          </ac:picMkLst>
        </pc:picChg>
      </pc:sldChg>
      <pc:sldChg chg="addSp delSp modSp new mod ord">
        <pc:chgData name="Federico Faccioli - federico.faccioli2@studio.unibo.it" userId="202925a9-b052-4e57-adf8-6bb72ca40ffa" providerId="ADAL" clId="{46341A17-2FAB-4044-94F3-BFB11C2567B9}" dt="2023-06-05T15:46:54.668" v="4891" actId="20577"/>
        <pc:sldMkLst>
          <pc:docMk/>
          <pc:sldMk cId="2832534943" sldId="322"/>
        </pc:sldMkLst>
        <pc:spChg chg="mod">
          <ac:chgData name="Federico Faccioli - federico.faccioli2@studio.unibo.it" userId="202925a9-b052-4e57-adf8-6bb72ca40ffa" providerId="ADAL" clId="{46341A17-2FAB-4044-94F3-BFB11C2567B9}" dt="2023-05-30T14:35:09.350" v="2073" actId="20577"/>
          <ac:spMkLst>
            <pc:docMk/>
            <pc:sldMk cId="2832534943" sldId="322"/>
            <ac:spMk id="2" creationId="{32A27147-A4C1-6E0F-FD2D-E5E6242D63EA}"/>
          </ac:spMkLst>
        </pc:spChg>
        <pc:spChg chg="del">
          <ac:chgData name="Federico Faccioli - federico.faccioli2@studio.unibo.it" userId="202925a9-b052-4e57-adf8-6bb72ca40ffa" providerId="ADAL" clId="{46341A17-2FAB-4044-94F3-BFB11C2567B9}" dt="2023-05-30T14:54:31.546" v="2154" actId="931"/>
          <ac:spMkLst>
            <pc:docMk/>
            <pc:sldMk cId="2832534943" sldId="322"/>
            <ac:spMk id="3" creationId="{F4F705EB-2098-36F7-3DD7-B9AE9632B9EE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5-30T15:08:06.746" v="2625" actId="20577"/>
          <ac:spMkLst>
            <pc:docMk/>
            <pc:sldMk cId="2832534943" sldId="322"/>
            <ac:spMk id="4" creationId="{0B0D5DB4-6D5E-CE1C-3373-A4FCB7D15E4D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6-05T15:46:28.287" v="4857" actId="20577"/>
          <ac:spMkLst>
            <pc:docMk/>
            <pc:sldMk cId="2832534943" sldId="322"/>
            <ac:spMk id="5" creationId="{6C735C88-25FE-E8F6-10CC-7AEFD655C9E6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6-05T15:46:54.668" v="4891" actId="20577"/>
          <ac:spMkLst>
            <pc:docMk/>
            <pc:sldMk cId="2832534943" sldId="322"/>
            <ac:spMk id="6" creationId="{C6F95804-5AEE-30AE-2544-6866B66307C0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5-30T14:54:55.561" v="2168" actId="931"/>
          <ac:spMkLst>
            <pc:docMk/>
            <pc:sldMk cId="2832534943" sldId="322"/>
            <ac:spMk id="15" creationId="{3AB108C0-8860-D31E-8024-4AA7D5CF9D09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5-30T14:55:15.758" v="2172" actId="478"/>
          <ac:spMkLst>
            <pc:docMk/>
            <pc:sldMk cId="2832534943" sldId="322"/>
            <ac:spMk id="19" creationId="{C254E4B9-D1EF-87E9-C287-98F201654C97}"/>
          </ac:spMkLst>
        </pc:spChg>
        <pc:picChg chg="add del mod">
          <ac:chgData name="Federico Faccioli - federico.faccioli2@studio.unibo.it" userId="202925a9-b052-4e57-adf8-6bb72ca40ffa" providerId="ADAL" clId="{46341A17-2FAB-4044-94F3-BFB11C2567B9}" dt="2023-05-30T14:54:42.106" v="2165" actId="478"/>
          <ac:picMkLst>
            <pc:docMk/>
            <pc:sldMk cId="2832534943" sldId="322"/>
            <ac:picMk id="9" creationId="{59B5B293-88BB-75C1-446C-8939FDCAEFD2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30T14:54:46.280" v="2167" actId="478"/>
          <ac:picMkLst>
            <pc:docMk/>
            <pc:sldMk cId="2832534943" sldId="322"/>
            <ac:picMk id="11" creationId="{4B7177D9-82D1-8331-AA45-3F1B5C46A484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30T14:54:45.555" v="2166" actId="478"/>
          <ac:picMkLst>
            <pc:docMk/>
            <pc:sldMk cId="2832534943" sldId="322"/>
            <ac:picMk id="13" creationId="{C45D7EA5-9AC6-4D04-3529-5ED9C2AF7863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30T14:55:08.461" v="2171" actId="478"/>
          <ac:picMkLst>
            <pc:docMk/>
            <pc:sldMk cId="2832534943" sldId="322"/>
            <ac:picMk id="17" creationId="{6DE57D8B-F12C-5888-26EE-8DCDE4C86EAB}"/>
          </ac:picMkLst>
        </pc:picChg>
        <pc:picChg chg="add mod">
          <ac:chgData name="Federico Faccioli - federico.faccioli2@studio.unibo.it" userId="202925a9-b052-4e57-adf8-6bb72ca40ffa" providerId="ADAL" clId="{46341A17-2FAB-4044-94F3-BFB11C2567B9}" dt="2023-05-30T14:55:51.413" v="2190" actId="1076"/>
          <ac:picMkLst>
            <pc:docMk/>
            <pc:sldMk cId="2832534943" sldId="322"/>
            <ac:picMk id="21" creationId="{1CC66AB1-5F4F-C576-57B5-379FF1FB43EA}"/>
          </ac:picMkLst>
        </pc:picChg>
        <pc:picChg chg="add mod">
          <ac:chgData name="Federico Faccioli - federico.faccioli2@studio.unibo.it" userId="202925a9-b052-4e57-adf8-6bb72ca40ffa" providerId="ADAL" clId="{46341A17-2FAB-4044-94F3-BFB11C2567B9}" dt="2023-05-30T14:55:56.989" v="2191" actId="1076"/>
          <ac:picMkLst>
            <pc:docMk/>
            <pc:sldMk cId="2832534943" sldId="322"/>
            <ac:picMk id="23" creationId="{9E855ADA-D347-F6A0-78F8-9EC213530A44}"/>
          </ac:picMkLst>
        </pc:picChg>
        <pc:picChg chg="add mod">
          <ac:chgData name="Federico Faccioli - federico.faccioli2@studio.unibo.it" userId="202925a9-b052-4e57-adf8-6bb72ca40ffa" providerId="ADAL" clId="{46341A17-2FAB-4044-94F3-BFB11C2567B9}" dt="2023-05-30T14:56:02.069" v="2192" actId="1076"/>
          <ac:picMkLst>
            <pc:docMk/>
            <pc:sldMk cId="2832534943" sldId="322"/>
            <ac:picMk id="25" creationId="{B26EB632-5FEC-DFD1-91CD-8F56B51FCEE6}"/>
          </ac:picMkLst>
        </pc:picChg>
      </pc:sldChg>
      <pc:sldChg chg="addSp delSp modSp new mod ord">
        <pc:chgData name="Federico Faccioli - federico.faccioli2@studio.unibo.it" userId="202925a9-b052-4e57-adf8-6bb72ca40ffa" providerId="ADAL" clId="{46341A17-2FAB-4044-94F3-BFB11C2567B9}" dt="2023-06-01T20:45:41.211" v="3098" actId="20577"/>
        <pc:sldMkLst>
          <pc:docMk/>
          <pc:sldMk cId="1635049070" sldId="323"/>
        </pc:sldMkLst>
        <pc:spChg chg="mod">
          <ac:chgData name="Federico Faccioli - federico.faccioli2@studio.unibo.it" userId="202925a9-b052-4e57-adf8-6bb72ca40ffa" providerId="ADAL" clId="{46341A17-2FAB-4044-94F3-BFB11C2567B9}" dt="2023-06-01T18:18:28.794" v="2796"/>
          <ac:spMkLst>
            <pc:docMk/>
            <pc:sldMk cId="1635049070" sldId="323"/>
            <ac:spMk id="2" creationId="{BD23A133-6066-75D9-224B-5B49DEB8FCEA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1T18:18:28.794" v="2796"/>
          <ac:spMkLst>
            <pc:docMk/>
            <pc:sldMk cId="1635049070" sldId="323"/>
            <ac:spMk id="3" creationId="{777DF282-AD9E-5725-DC2C-DE7F124B182B}"/>
          </ac:spMkLst>
        </pc:spChg>
        <pc:spChg chg="mod">
          <ac:chgData name="Federico Faccioli - federico.faccioli2@studio.unibo.it" userId="202925a9-b052-4e57-adf8-6bb72ca40ffa" providerId="ADAL" clId="{46341A17-2FAB-4044-94F3-BFB11C2567B9}" dt="2023-06-01T18:18:28.794" v="2796"/>
          <ac:spMkLst>
            <pc:docMk/>
            <pc:sldMk cId="1635049070" sldId="323"/>
            <ac:spMk id="4" creationId="{D3E231D9-82A4-70BC-E590-DDFFEE3A6BED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1T18:18:28.794" v="2796"/>
          <ac:spMkLst>
            <pc:docMk/>
            <pc:sldMk cId="1635049070" sldId="323"/>
            <ac:spMk id="5" creationId="{BB03AC8C-15F6-8E90-9DF3-026140468FA8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1T18:18:28.794" v="2796"/>
          <ac:spMkLst>
            <pc:docMk/>
            <pc:sldMk cId="1635049070" sldId="323"/>
            <ac:spMk id="6" creationId="{564C74A3-2EAF-E37F-1D3F-C5034FB9FFC3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1T20:45:41.211" v="3098" actId="20577"/>
          <ac:spMkLst>
            <pc:docMk/>
            <pc:sldMk cId="1635049070" sldId="323"/>
            <ac:spMk id="7" creationId="{709651F2-7172-04DB-68AC-352D8BC43266}"/>
          </ac:spMkLst>
        </pc:spChg>
        <pc:picChg chg="add del mod">
          <ac:chgData name="Federico Faccioli - federico.faccioli2@studio.unibo.it" userId="202925a9-b052-4e57-adf8-6bb72ca40ffa" providerId="ADAL" clId="{46341A17-2FAB-4044-94F3-BFB11C2567B9}" dt="2023-05-30T14:48:19.857" v="2141" actId="478"/>
          <ac:picMkLst>
            <pc:docMk/>
            <pc:sldMk cId="1635049070" sldId="323"/>
            <ac:picMk id="5" creationId="{865322FC-70F5-9954-C481-7F41C105FF26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30T14:48:19.130" v="2140" actId="478"/>
          <ac:picMkLst>
            <pc:docMk/>
            <pc:sldMk cId="1635049070" sldId="323"/>
            <ac:picMk id="6" creationId="{40B24C14-E270-E65C-8732-D601F8814A33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30T14:48:18.545" v="2139" actId="478"/>
          <ac:picMkLst>
            <pc:docMk/>
            <pc:sldMk cId="1635049070" sldId="323"/>
            <ac:picMk id="7" creationId="{0D7DC945-F41B-CB68-1D51-0DF3C3CE4CCD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30T14:48:17.916" v="2138" actId="478"/>
          <ac:picMkLst>
            <pc:docMk/>
            <pc:sldMk cId="1635049070" sldId="323"/>
            <ac:picMk id="8" creationId="{F8B560C8-18B0-BA8B-1F7D-9C0E880B86F2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30T14:48:17.034" v="2137" actId="478"/>
          <ac:picMkLst>
            <pc:docMk/>
            <pc:sldMk cId="1635049070" sldId="323"/>
            <ac:picMk id="9" creationId="{9739A574-DA3B-0A54-58BC-AB36C2B95429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30T14:48:08.949" v="2136" actId="478"/>
          <ac:picMkLst>
            <pc:docMk/>
            <pc:sldMk cId="1635049070" sldId="323"/>
            <ac:picMk id="10" creationId="{A1D40B86-815D-F2B6-62C0-7703506B6D6D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30T14:48:08.233" v="2135" actId="478"/>
          <ac:picMkLst>
            <pc:docMk/>
            <pc:sldMk cId="1635049070" sldId="323"/>
            <ac:picMk id="11" creationId="{E464E5C1-0E04-EBCB-D95A-376C0A5B1275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30T14:48:07.647" v="2134" actId="478"/>
          <ac:picMkLst>
            <pc:docMk/>
            <pc:sldMk cId="1635049070" sldId="323"/>
            <ac:picMk id="12" creationId="{9424E1DC-3131-9268-A0FD-305BE20B5D23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30T14:48:07.061" v="2133" actId="478"/>
          <ac:picMkLst>
            <pc:docMk/>
            <pc:sldMk cId="1635049070" sldId="323"/>
            <ac:picMk id="13" creationId="{65E99937-8DEE-7B13-B6A4-AAFE24D6CD6A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30T14:48:06.407" v="2132" actId="478"/>
          <ac:picMkLst>
            <pc:docMk/>
            <pc:sldMk cId="1635049070" sldId="323"/>
            <ac:picMk id="14" creationId="{ECB09C63-30F1-B71C-FC22-4DF65C9AC974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30T14:48:05.592" v="2131" actId="478"/>
          <ac:picMkLst>
            <pc:docMk/>
            <pc:sldMk cId="1635049070" sldId="323"/>
            <ac:picMk id="15" creationId="{71F61D96-FDF1-CDC7-0D8A-4990D408F7CE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30T14:48:04.927" v="2130" actId="478"/>
          <ac:picMkLst>
            <pc:docMk/>
            <pc:sldMk cId="1635049070" sldId="323"/>
            <ac:picMk id="16" creationId="{67D8C1F1-86BD-2D29-5754-AF0ABA138BF7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30T14:48:04.154" v="2129" actId="478"/>
          <ac:picMkLst>
            <pc:docMk/>
            <pc:sldMk cId="1635049070" sldId="323"/>
            <ac:picMk id="17" creationId="{D074B511-D702-318D-B0F9-A164098048D1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5-30T14:47:59.917" v="2128" actId="478"/>
          <ac:picMkLst>
            <pc:docMk/>
            <pc:sldMk cId="1635049070" sldId="323"/>
            <ac:picMk id="18" creationId="{DF78FFC8-DF13-363C-F72B-1DDEE5CFA79E}"/>
          </ac:picMkLst>
        </pc:picChg>
        <pc:picChg chg="add del mod">
          <ac:chgData name="Federico Faccioli - federico.faccioli2@studio.unibo.it" userId="202925a9-b052-4e57-adf8-6bb72ca40ffa" providerId="ADAL" clId="{46341A17-2FAB-4044-94F3-BFB11C2567B9}" dt="2023-06-01T11:00:28.832" v="2758" actId="478"/>
          <ac:picMkLst>
            <pc:docMk/>
            <pc:sldMk cId="1635049070" sldId="323"/>
            <ac:picMk id="21" creationId="{D22F81CF-9B29-4F49-6EBE-F6BDACBA561D}"/>
          </ac:picMkLst>
        </pc:picChg>
        <pc:picChg chg="mod">
          <ac:chgData name="Federico Faccioli - federico.faccioli2@studio.unibo.it" userId="202925a9-b052-4e57-adf8-6bb72ca40ffa" providerId="ADAL" clId="{46341A17-2FAB-4044-94F3-BFB11C2567B9}" dt="2023-06-01T18:18:44.120" v="2798" actId="1076"/>
          <ac:picMkLst>
            <pc:docMk/>
            <pc:sldMk cId="1635049070" sldId="323"/>
            <ac:picMk id="24" creationId="{211AB3CF-3BA4-6EDC-D34B-C740DE894822}"/>
          </ac:picMkLst>
        </pc:picChg>
      </pc:sldChg>
      <pc:sldChg chg="ord">
        <pc:chgData name="Federico Faccioli - federico.faccioli2@studio.unibo.it" userId="202925a9-b052-4e57-adf8-6bb72ca40ffa" providerId="ADAL" clId="{46341A17-2FAB-4044-94F3-BFB11C2567B9}" dt="2023-06-01T18:14:50.045" v="2771"/>
        <pc:sldMkLst>
          <pc:docMk/>
          <pc:sldMk cId="1562935026" sldId="324"/>
        </pc:sldMkLst>
      </pc:sldChg>
      <pc:sldChg chg="modSp mod">
        <pc:chgData name="Federico Faccioli - federico.faccioli2@studio.unibo.it" userId="202925a9-b052-4e57-adf8-6bb72ca40ffa" providerId="ADAL" clId="{46341A17-2FAB-4044-94F3-BFB11C2567B9}" dt="2023-06-05T15:47:12.953" v="4899" actId="20577"/>
        <pc:sldMkLst>
          <pc:docMk/>
          <pc:sldMk cId="4122495547" sldId="325"/>
        </pc:sldMkLst>
        <pc:spChg chg="mod">
          <ac:chgData name="Federico Faccioli - federico.faccioli2@studio.unibo.it" userId="202925a9-b052-4e57-adf8-6bb72ca40ffa" providerId="ADAL" clId="{46341A17-2FAB-4044-94F3-BFB11C2567B9}" dt="2023-06-05T15:47:12.953" v="4899" actId="20577"/>
          <ac:spMkLst>
            <pc:docMk/>
            <pc:sldMk cId="4122495547" sldId="325"/>
            <ac:spMk id="40" creationId="{D0CB9168-90D1-BD5E-6686-5ED0B236E2AA}"/>
          </ac:spMkLst>
        </pc:spChg>
      </pc:sldChg>
      <pc:sldChg chg="new del">
        <pc:chgData name="Federico Faccioli - federico.faccioli2@studio.unibo.it" userId="202925a9-b052-4e57-adf8-6bb72ca40ffa" providerId="ADAL" clId="{46341A17-2FAB-4044-94F3-BFB11C2567B9}" dt="2023-05-30T15:13:35.119" v="2627" actId="2696"/>
        <pc:sldMkLst>
          <pc:docMk/>
          <pc:sldMk cId="940762411" sldId="326"/>
        </pc:sldMkLst>
      </pc:sldChg>
      <pc:sldChg chg="addSp delSp modSp new mod ord modClrScheme chgLayout">
        <pc:chgData name="Federico Faccioli - federico.faccioli2@studio.unibo.it" userId="202925a9-b052-4e57-adf8-6bb72ca40ffa" providerId="ADAL" clId="{46341A17-2FAB-4044-94F3-BFB11C2567B9}" dt="2023-06-05T15:44:17.704" v="4825" actId="1076"/>
        <pc:sldMkLst>
          <pc:docMk/>
          <pc:sldMk cId="2226484292" sldId="326"/>
        </pc:sldMkLst>
        <pc:spChg chg="mod ord">
          <ac:chgData name="Federico Faccioli - federico.faccioli2@studio.unibo.it" userId="202925a9-b052-4e57-adf8-6bb72ca40ffa" providerId="ADAL" clId="{46341A17-2FAB-4044-94F3-BFB11C2567B9}" dt="2023-06-05T14:54:22.941" v="4109" actId="14100"/>
          <ac:spMkLst>
            <pc:docMk/>
            <pc:sldMk cId="2226484292" sldId="326"/>
            <ac:spMk id="2" creationId="{17A1F791-5687-6099-CCCF-D6DAAC18CC5F}"/>
          </ac:spMkLst>
        </pc:spChg>
        <pc:spChg chg="del mod ord">
          <ac:chgData name="Federico Faccioli - federico.faccioli2@studio.unibo.it" userId="202925a9-b052-4e57-adf8-6bb72ca40ffa" providerId="ADAL" clId="{46341A17-2FAB-4044-94F3-BFB11C2567B9}" dt="2023-06-05T14:52:22.769" v="4099" actId="700"/>
          <ac:spMkLst>
            <pc:docMk/>
            <pc:sldMk cId="2226484292" sldId="326"/>
            <ac:spMk id="3" creationId="{343D1116-1239-0F8E-80FE-ECD24ADD2163}"/>
          </ac:spMkLst>
        </pc:spChg>
        <pc:spChg chg="del mod ord">
          <ac:chgData name="Federico Faccioli - federico.faccioli2@studio.unibo.it" userId="202925a9-b052-4e57-adf8-6bb72ca40ffa" providerId="ADAL" clId="{46341A17-2FAB-4044-94F3-BFB11C2567B9}" dt="2023-06-05T14:52:22.769" v="4099" actId="700"/>
          <ac:spMkLst>
            <pc:docMk/>
            <pc:sldMk cId="2226484292" sldId="326"/>
            <ac:spMk id="4" creationId="{62647155-9648-F6AF-12A9-5B4466FD85CC}"/>
          </ac:spMkLst>
        </pc:spChg>
        <pc:spChg chg="add del mod ord">
          <ac:chgData name="Federico Faccioli - federico.faccioli2@studio.unibo.it" userId="202925a9-b052-4e57-adf8-6bb72ca40ffa" providerId="ADAL" clId="{46341A17-2FAB-4044-94F3-BFB11C2567B9}" dt="2023-06-05T14:52:50.782" v="4104" actId="26606"/>
          <ac:spMkLst>
            <pc:docMk/>
            <pc:sldMk cId="2226484292" sldId="326"/>
            <ac:spMk id="5" creationId="{AE19BF1D-B9C7-8356-AC83-0555970F19D2}"/>
          </ac:spMkLst>
        </pc:spChg>
        <pc:spChg chg="add del mod ord">
          <ac:chgData name="Federico Faccioli - federico.faccioli2@studio.unibo.it" userId="202925a9-b052-4e57-adf8-6bb72ca40ffa" providerId="ADAL" clId="{46341A17-2FAB-4044-94F3-BFB11C2567B9}" dt="2023-06-05T14:52:50.782" v="4104" actId="26606"/>
          <ac:spMkLst>
            <pc:docMk/>
            <pc:sldMk cId="2226484292" sldId="326"/>
            <ac:spMk id="6" creationId="{54B07745-F355-EB09-FE11-066D2DADBF6A}"/>
          </ac:spMkLst>
        </pc:spChg>
        <pc:spChg chg="add del mod ord">
          <ac:chgData name="Federico Faccioli - federico.faccioli2@studio.unibo.it" userId="202925a9-b052-4e57-adf8-6bb72ca40ffa" providerId="ADAL" clId="{46341A17-2FAB-4044-94F3-BFB11C2567B9}" dt="2023-06-05T14:54:02.059" v="4107" actId="700"/>
          <ac:spMkLst>
            <pc:docMk/>
            <pc:sldMk cId="2226484292" sldId="326"/>
            <ac:spMk id="7" creationId="{A8467E73-E230-9973-ACF1-91EE2C03FBD9}"/>
          </ac:spMkLst>
        </pc:spChg>
        <pc:spChg chg="add del mod ord">
          <ac:chgData name="Federico Faccioli - federico.faccioli2@studio.unibo.it" userId="202925a9-b052-4e57-adf8-6bb72ca40ffa" providerId="ADAL" clId="{46341A17-2FAB-4044-94F3-BFB11C2567B9}" dt="2023-06-05T14:54:02.059" v="4107" actId="700"/>
          <ac:spMkLst>
            <pc:docMk/>
            <pc:sldMk cId="2226484292" sldId="326"/>
            <ac:spMk id="9" creationId="{E0EB50AE-7520-AFBB-7318-95D1F039BAF5}"/>
          </ac:spMkLst>
        </pc:spChg>
        <pc:spChg chg="add del mod ord">
          <ac:chgData name="Federico Faccioli - federico.faccioli2@studio.unibo.it" userId="202925a9-b052-4e57-adf8-6bb72ca40ffa" providerId="ADAL" clId="{46341A17-2FAB-4044-94F3-BFB11C2567B9}" dt="2023-06-05T15:29:33.910" v="4595" actId="478"/>
          <ac:spMkLst>
            <pc:docMk/>
            <pc:sldMk cId="2226484292" sldId="326"/>
            <ac:spMk id="10" creationId="{5AA1E157-1A69-08C6-986B-F00930382274}"/>
          </ac:spMkLst>
        </pc:spChg>
        <pc:spChg chg="add del mod ord">
          <ac:chgData name="Federico Faccioli - federico.faccioli2@studio.unibo.it" userId="202925a9-b052-4e57-adf8-6bb72ca40ffa" providerId="ADAL" clId="{46341A17-2FAB-4044-94F3-BFB11C2567B9}" dt="2023-06-05T14:53:12.562" v="4105" actId="700"/>
          <ac:spMkLst>
            <pc:docMk/>
            <pc:sldMk cId="2226484292" sldId="326"/>
            <ac:spMk id="11" creationId="{4CD74B8E-79A8-4365-0D53-3236CE6E8DB3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5T14:52:46.701" v="4101" actId="26606"/>
          <ac:spMkLst>
            <pc:docMk/>
            <pc:sldMk cId="2226484292" sldId="326"/>
            <ac:spMk id="12" creationId="{FD0B76B4-6C83-E27D-D5A9-DBC6F5A4734E}"/>
          </ac:spMkLst>
        </pc:spChg>
        <pc:spChg chg="add mod ord">
          <ac:chgData name="Federico Faccioli - federico.faccioli2@studio.unibo.it" userId="202925a9-b052-4e57-adf8-6bb72ca40ffa" providerId="ADAL" clId="{46341A17-2FAB-4044-94F3-BFB11C2567B9}" dt="2023-06-05T14:54:02.059" v="4107" actId="700"/>
          <ac:spMkLst>
            <pc:docMk/>
            <pc:sldMk cId="2226484292" sldId="326"/>
            <ac:spMk id="13" creationId="{7B414067-8E3A-065C-74AF-AEE929B4C0CF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5T14:52:50.775" v="4103" actId="26606"/>
          <ac:spMkLst>
            <pc:docMk/>
            <pc:sldMk cId="2226484292" sldId="326"/>
            <ac:spMk id="14" creationId="{EBACD104-607A-640D-03A6-F52834395AB3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5T14:52:50.775" v="4103" actId="26606"/>
          <ac:spMkLst>
            <pc:docMk/>
            <pc:sldMk cId="2226484292" sldId="326"/>
            <ac:spMk id="16" creationId="{E568E652-DBDE-A9E3-10FA-474F3DEF9423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5T14:52:50.775" v="4103" actId="26606"/>
          <ac:spMkLst>
            <pc:docMk/>
            <pc:sldMk cId="2226484292" sldId="326"/>
            <ac:spMk id="17" creationId="{51440D24-2234-23FD-49C6-595AFE69DE31}"/>
          </ac:spMkLst>
        </pc:spChg>
        <pc:spChg chg="add mod ord">
          <ac:chgData name="Federico Faccioli - federico.faccioli2@studio.unibo.it" userId="202925a9-b052-4e57-adf8-6bb72ca40ffa" providerId="ADAL" clId="{46341A17-2FAB-4044-94F3-BFB11C2567B9}" dt="2023-06-05T15:14:19.605" v="4594" actId="20577"/>
          <ac:spMkLst>
            <pc:docMk/>
            <pc:sldMk cId="2226484292" sldId="326"/>
            <ac:spMk id="18" creationId="{12EB5163-322E-251C-DDBB-925B23D5A6E5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5T15:35:44.432" v="4704" actId="1076"/>
          <ac:spMkLst>
            <pc:docMk/>
            <pc:sldMk cId="2226484292" sldId="326"/>
            <ac:spMk id="19" creationId="{67131C2C-D811-AF2F-12CE-A1FFE4E96BD2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5T15:35:47.292" v="4705" actId="1076"/>
          <ac:spMkLst>
            <pc:docMk/>
            <pc:sldMk cId="2226484292" sldId="326"/>
            <ac:spMk id="20" creationId="{0A7D9D70-0DBD-7A43-9E7F-D5EA2B2530A3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5T15:35:52.046" v="4706" actId="1076"/>
          <ac:spMkLst>
            <pc:docMk/>
            <pc:sldMk cId="2226484292" sldId="326"/>
            <ac:spMk id="21" creationId="{6CE72ADB-A3CD-AFD2-389D-02D17A15F5CB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5T15:35:56.548" v="4707" actId="1076"/>
          <ac:spMkLst>
            <pc:docMk/>
            <pc:sldMk cId="2226484292" sldId="326"/>
            <ac:spMk id="22" creationId="{7F667144-34EA-8762-5A52-C911E0730EC5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5T15:36:01.202" v="4709" actId="1076"/>
          <ac:spMkLst>
            <pc:docMk/>
            <pc:sldMk cId="2226484292" sldId="326"/>
            <ac:spMk id="23" creationId="{811FB04A-23FF-D40F-C2C0-DF7C59B5CAF1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5T15:36:17.958" v="4730" actId="20577"/>
          <ac:spMkLst>
            <pc:docMk/>
            <pc:sldMk cId="2226484292" sldId="326"/>
            <ac:spMk id="24" creationId="{093A59FC-6420-DA6C-0EAD-148529335EC9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5T15:40:32.311" v="4775" actId="478"/>
          <ac:spMkLst>
            <pc:docMk/>
            <pc:sldMk cId="2226484292" sldId="326"/>
            <ac:spMk id="25" creationId="{8B88C877-CE1F-2A11-31E4-B87934F0A50A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5T15:40:33.401" v="4776" actId="478"/>
          <ac:spMkLst>
            <pc:docMk/>
            <pc:sldMk cId="2226484292" sldId="326"/>
            <ac:spMk id="26" creationId="{2CDC3AF9-8DE1-9D57-5646-CD8BA5CFBF34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5T15:40:34.333" v="4777" actId="478"/>
          <ac:spMkLst>
            <pc:docMk/>
            <pc:sldMk cId="2226484292" sldId="326"/>
            <ac:spMk id="27" creationId="{1F6AE5CA-BFF2-6192-87CC-81F1C786A6DF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5T15:40:35.488" v="4778" actId="478"/>
          <ac:spMkLst>
            <pc:docMk/>
            <pc:sldMk cId="2226484292" sldId="326"/>
            <ac:spMk id="28" creationId="{0D4DAC97-4716-C382-AFE7-7E79D5510F93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5T15:40:36.104" v="4779" actId="478"/>
          <ac:spMkLst>
            <pc:docMk/>
            <pc:sldMk cId="2226484292" sldId="326"/>
            <ac:spMk id="29" creationId="{9D9A7FF1-0D64-4A95-9314-53259C468E4C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5T15:40:31.477" v="4774" actId="478"/>
          <ac:spMkLst>
            <pc:docMk/>
            <pc:sldMk cId="2226484292" sldId="326"/>
            <ac:spMk id="30" creationId="{D4A188E5-05AD-36DF-C46A-376606D04D5D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5T15:40:30.436" v="4773" actId="478"/>
          <ac:spMkLst>
            <pc:docMk/>
            <pc:sldMk cId="2226484292" sldId="326"/>
            <ac:spMk id="31" creationId="{10D8FAB1-7F98-7199-28A2-3148EF29E234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5T15:40:29.031" v="4772" actId="478"/>
          <ac:spMkLst>
            <pc:docMk/>
            <pc:sldMk cId="2226484292" sldId="326"/>
            <ac:spMk id="32" creationId="{93CC82B5-46EB-F8CE-14C3-DE9D4AF00679}"/>
          </ac:spMkLst>
        </pc:spChg>
        <pc:spChg chg="add mod ord">
          <ac:chgData name="Federico Faccioli - federico.faccioli2@studio.unibo.it" userId="202925a9-b052-4e57-adf8-6bb72ca40ffa" providerId="ADAL" clId="{46341A17-2FAB-4044-94F3-BFB11C2567B9}" dt="2023-06-05T15:42:20.676" v="4794" actId="1076"/>
          <ac:spMkLst>
            <pc:docMk/>
            <pc:sldMk cId="2226484292" sldId="326"/>
            <ac:spMk id="36" creationId="{DE8D19B6-5DA2-75E6-2BF4-A6FA003575AB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5T15:42:30.320" v="4796" actId="1076"/>
          <ac:spMkLst>
            <pc:docMk/>
            <pc:sldMk cId="2226484292" sldId="326"/>
            <ac:spMk id="37" creationId="{6EE0FB85-E3ED-6230-374F-957750396792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5T15:42:42.349" v="4801" actId="1076"/>
          <ac:spMkLst>
            <pc:docMk/>
            <pc:sldMk cId="2226484292" sldId="326"/>
            <ac:spMk id="38" creationId="{76DEFF07-DB85-2D2B-9ED8-72EB99728D03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5T15:42:48.040" v="4803" actId="1076"/>
          <ac:spMkLst>
            <pc:docMk/>
            <pc:sldMk cId="2226484292" sldId="326"/>
            <ac:spMk id="39" creationId="{8D89B52E-B512-A4F4-6769-39E61CBE1C8A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5T15:42:54.753" v="4805" actId="1076"/>
          <ac:spMkLst>
            <pc:docMk/>
            <pc:sldMk cId="2226484292" sldId="326"/>
            <ac:spMk id="40" creationId="{5ECE4008-5896-20FD-7D08-FD114C5EC082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5T15:43:10.838" v="4808" actId="1076"/>
          <ac:spMkLst>
            <pc:docMk/>
            <pc:sldMk cId="2226484292" sldId="326"/>
            <ac:spMk id="41" creationId="{4B41C5A8-1CFC-1D80-9E33-D25EDEBC6EF5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5T15:43:28.723" v="4813" actId="1076"/>
          <ac:spMkLst>
            <pc:docMk/>
            <pc:sldMk cId="2226484292" sldId="326"/>
            <ac:spMk id="42" creationId="{3A228807-7BAC-0C85-8DC0-4D849C80ABB2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5T15:43:45.118" v="4818" actId="1076"/>
          <ac:spMkLst>
            <pc:docMk/>
            <pc:sldMk cId="2226484292" sldId="326"/>
            <ac:spMk id="43" creationId="{B19552A8-82B2-09A0-1451-7C59501FB2CF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5T15:44:01.532" v="4822" actId="1076"/>
          <ac:spMkLst>
            <pc:docMk/>
            <pc:sldMk cId="2226484292" sldId="326"/>
            <ac:spMk id="44" creationId="{385A58AF-33E0-92C2-F7E2-3C225FFAD3B6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5T15:44:17.704" v="4825" actId="1076"/>
          <ac:spMkLst>
            <pc:docMk/>
            <pc:sldMk cId="2226484292" sldId="326"/>
            <ac:spMk id="45" creationId="{09DBEEF7-F1B9-5BBD-A6F0-E4A86D06D965}"/>
          </ac:spMkLst>
        </pc:spChg>
        <pc:picChg chg="add del">
          <ac:chgData name="Federico Faccioli - federico.faccioli2@studio.unibo.it" userId="202925a9-b052-4e57-adf8-6bb72ca40ffa" providerId="ADAL" clId="{46341A17-2FAB-4044-94F3-BFB11C2567B9}" dt="2023-06-05T14:52:46.701" v="4101" actId="26606"/>
          <ac:picMkLst>
            <pc:docMk/>
            <pc:sldMk cId="2226484292" sldId="326"/>
            <ac:picMk id="8" creationId="{1D612630-BBB7-4D49-A7BC-CFE3373F2783}"/>
          </ac:picMkLst>
        </pc:picChg>
        <pc:picChg chg="add del">
          <ac:chgData name="Federico Faccioli - federico.faccioli2@studio.unibo.it" userId="202925a9-b052-4e57-adf8-6bb72ca40ffa" providerId="ADAL" clId="{46341A17-2FAB-4044-94F3-BFB11C2567B9}" dt="2023-06-05T14:52:50.775" v="4103" actId="26606"/>
          <ac:picMkLst>
            <pc:docMk/>
            <pc:sldMk cId="2226484292" sldId="326"/>
            <ac:picMk id="15" creationId="{ED72D286-CF1A-6C2E-E923-44820AFE69A6}"/>
          </ac:picMkLst>
        </pc:picChg>
        <pc:cxnChg chg="add del mod">
          <ac:chgData name="Federico Faccioli - federico.faccioli2@studio.unibo.it" userId="202925a9-b052-4e57-adf8-6bb72ca40ffa" providerId="ADAL" clId="{46341A17-2FAB-4044-94F3-BFB11C2567B9}" dt="2023-06-05T15:41:09.442" v="4783" actId="478"/>
          <ac:cxnSpMkLst>
            <pc:docMk/>
            <pc:sldMk cId="2226484292" sldId="326"/>
            <ac:cxnSpMk id="34" creationId="{A5D48FB0-F994-94CD-9D11-49D7F15B2F92}"/>
          </ac:cxnSpMkLst>
        </pc:cxnChg>
      </pc:sldChg>
      <pc:sldChg chg="addSp delSp modSp new mod modClrScheme chgLayout">
        <pc:chgData name="Federico Faccioli - federico.faccioli2@studio.unibo.it" userId="202925a9-b052-4e57-adf8-6bb72ca40ffa" providerId="ADAL" clId="{46341A17-2FAB-4044-94F3-BFB11C2567B9}" dt="2023-06-05T14:17:20.367" v="3756" actId="20577"/>
        <pc:sldMkLst>
          <pc:docMk/>
          <pc:sldMk cId="1005339074" sldId="327"/>
        </pc:sldMkLst>
        <pc:spChg chg="mod ord">
          <ac:chgData name="Federico Faccioli - federico.faccioli2@studio.unibo.it" userId="202925a9-b052-4e57-adf8-6bb72ca40ffa" providerId="ADAL" clId="{46341A17-2FAB-4044-94F3-BFB11C2567B9}" dt="2023-06-05T14:14:54" v="3406"/>
          <ac:spMkLst>
            <pc:docMk/>
            <pc:sldMk cId="1005339074" sldId="327"/>
            <ac:spMk id="2" creationId="{EE183906-C524-2190-24C1-7C17ADC8A538}"/>
          </ac:spMkLst>
        </pc:spChg>
        <pc:spChg chg="del mod ord">
          <ac:chgData name="Federico Faccioli - federico.faccioli2@studio.unibo.it" userId="202925a9-b052-4e57-adf8-6bb72ca40ffa" providerId="ADAL" clId="{46341A17-2FAB-4044-94F3-BFB11C2567B9}" dt="2023-06-05T14:14:01.997" v="3402" actId="700"/>
          <ac:spMkLst>
            <pc:docMk/>
            <pc:sldMk cId="1005339074" sldId="327"/>
            <ac:spMk id="3" creationId="{4D020579-A22F-5684-40B7-85E6E20AC863}"/>
          </ac:spMkLst>
        </pc:spChg>
        <pc:spChg chg="del mod ord">
          <ac:chgData name="Federico Faccioli - federico.faccioli2@studio.unibo.it" userId="202925a9-b052-4e57-adf8-6bb72ca40ffa" providerId="ADAL" clId="{46341A17-2FAB-4044-94F3-BFB11C2567B9}" dt="2023-06-05T14:14:01.997" v="3402" actId="700"/>
          <ac:spMkLst>
            <pc:docMk/>
            <pc:sldMk cId="1005339074" sldId="327"/>
            <ac:spMk id="4" creationId="{C4689797-8136-38FA-F108-48A7E37A1C79}"/>
          </ac:spMkLst>
        </pc:spChg>
        <pc:spChg chg="del">
          <ac:chgData name="Federico Faccioli - federico.faccioli2@studio.unibo.it" userId="202925a9-b052-4e57-adf8-6bb72ca40ffa" providerId="ADAL" clId="{46341A17-2FAB-4044-94F3-BFB11C2567B9}" dt="2023-06-05T14:14:01.997" v="3402" actId="700"/>
          <ac:spMkLst>
            <pc:docMk/>
            <pc:sldMk cId="1005339074" sldId="327"/>
            <ac:spMk id="5" creationId="{17A2FF40-3831-5862-EB46-D57F8F7F6AB4}"/>
          </ac:spMkLst>
        </pc:spChg>
        <pc:spChg chg="del">
          <ac:chgData name="Federico Faccioli - federico.faccioli2@studio.unibo.it" userId="202925a9-b052-4e57-adf8-6bb72ca40ffa" providerId="ADAL" clId="{46341A17-2FAB-4044-94F3-BFB11C2567B9}" dt="2023-06-05T14:14:01.997" v="3402" actId="700"/>
          <ac:spMkLst>
            <pc:docMk/>
            <pc:sldMk cId="1005339074" sldId="327"/>
            <ac:spMk id="6" creationId="{91838FB8-0382-3F13-3DEB-09A7B369225D}"/>
          </ac:spMkLst>
        </pc:spChg>
        <pc:spChg chg="add del mod ord">
          <ac:chgData name="Federico Faccioli - federico.faccioli2@studio.unibo.it" userId="202925a9-b052-4e57-adf8-6bb72ca40ffa" providerId="ADAL" clId="{46341A17-2FAB-4044-94F3-BFB11C2567B9}" dt="2023-06-05T14:14:36.170" v="3403" actId="931"/>
          <ac:spMkLst>
            <pc:docMk/>
            <pc:sldMk cId="1005339074" sldId="327"/>
            <ac:spMk id="7" creationId="{2AA1044F-2F52-4973-AFDB-A9169F406915}"/>
          </ac:spMkLst>
        </pc:spChg>
        <pc:spChg chg="add del mod ord">
          <ac:chgData name="Federico Faccioli - federico.faccioli2@studio.unibo.it" userId="202925a9-b052-4e57-adf8-6bb72ca40ffa" providerId="ADAL" clId="{46341A17-2FAB-4044-94F3-BFB11C2567B9}" dt="2023-06-05T14:14:54" v="3406"/>
          <ac:spMkLst>
            <pc:docMk/>
            <pc:sldMk cId="1005339074" sldId="327"/>
            <ac:spMk id="8" creationId="{36EB7680-CA66-924F-E96B-14C2321F666C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5T14:14:54" v="3406"/>
          <ac:spMkLst>
            <pc:docMk/>
            <pc:sldMk cId="1005339074" sldId="327"/>
            <ac:spMk id="11" creationId="{AD3E3818-39DB-E11E-04FA-1851D3F601E0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5T14:14:54" v="3406"/>
          <ac:spMkLst>
            <pc:docMk/>
            <pc:sldMk cId="1005339074" sldId="327"/>
            <ac:spMk id="12" creationId="{0CD232D5-0AE8-21D0-DF42-D859EB640D79}"/>
          </ac:spMkLst>
        </pc:spChg>
        <pc:spChg chg="add mod">
          <ac:chgData name="Federico Faccioli - federico.faccioli2@studio.unibo.it" userId="202925a9-b052-4e57-adf8-6bb72ca40ffa" providerId="ADAL" clId="{46341A17-2FAB-4044-94F3-BFB11C2567B9}" dt="2023-06-05T14:17:20.367" v="3756" actId="20577"/>
          <ac:spMkLst>
            <pc:docMk/>
            <pc:sldMk cId="1005339074" sldId="327"/>
            <ac:spMk id="13" creationId="{2A14BF66-27AC-C533-AA1A-497249B4ABE8}"/>
          </ac:spMkLst>
        </pc:spChg>
        <pc:spChg chg="add del mod">
          <ac:chgData name="Federico Faccioli - federico.faccioli2@studio.unibo.it" userId="202925a9-b052-4e57-adf8-6bb72ca40ffa" providerId="ADAL" clId="{46341A17-2FAB-4044-94F3-BFB11C2567B9}" dt="2023-06-05T14:15:05.862" v="3410" actId="478"/>
          <ac:spMkLst>
            <pc:docMk/>
            <pc:sldMk cId="1005339074" sldId="327"/>
            <ac:spMk id="15" creationId="{C58D4D15-DD39-E8C3-077C-7BDE742497B6}"/>
          </ac:spMkLst>
        </pc:spChg>
        <pc:picChg chg="add del mod">
          <ac:chgData name="Federico Faccioli - federico.faccioli2@studio.unibo.it" userId="202925a9-b052-4e57-adf8-6bb72ca40ffa" providerId="ADAL" clId="{46341A17-2FAB-4044-94F3-BFB11C2567B9}" dt="2023-06-05T14:15:04.322" v="3409" actId="478"/>
          <ac:picMkLst>
            <pc:docMk/>
            <pc:sldMk cId="1005339074" sldId="327"/>
            <ac:picMk id="10" creationId="{53C93D1F-BDC9-88DE-96C2-7D81F29B8BD2}"/>
          </ac:picMkLst>
        </pc:picChg>
        <pc:picChg chg="add mod">
          <ac:chgData name="Federico Faccioli - federico.faccioli2@studio.unibo.it" userId="202925a9-b052-4e57-adf8-6bb72ca40ffa" providerId="ADAL" clId="{46341A17-2FAB-4044-94F3-BFB11C2567B9}" dt="2023-06-05T14:15:31.116" v="3416" actId="1076"/>
          <ac:picMkLst>
            <pc:docMk/>
            <pc:sldMk cId="1005339074" sldId="327"/>
            <ac:picMk id="17" creationId="{804C394C-9B27-8464-1D91-0EDB71F6ED10}"/>
          </ac:picMkLst>
        </pc:picChg>
      </pc:sldChg>
      <pc:sldChg chg="addSp delSp modSp add del mod ord">
        <pc:chgData name="Federico Faccioli - federico.faccioli2@studio.unibo.it" userId="202925a9-b052-4e57-adf8-6bb72ca40ffa" providerId="ADAL" clId="{46341A17-2FAB-4044-94F3-BFB11C2567B9}" dt="2023-06-01T18:16:32.133" v="2780" actId="2696"/>
        <pc:sldMkLst>
          <pc:docMk/>
          <pc:sldMk cId="1871548505" sldId="327"/>
        </pc:sldMkLst>
        <pc:spChg chg="add mod">
          <ac:chgData name="Federico Faccioli - federico.faccioli2@studio.unibo.it" userId="202925a9-b052-4e57-adf8-6bb72ca40ffa" providerId="ADAL" clId="{46341A17-2FAB-4044-94F3-BFB11C2567B9}" dt="2023-06-01T18:16:23.628" v="2778" actId="5793"/>
          <ac:spMkLst>
            <pc:docMk/>
            <pc:sldMk cId="1871548505" sldId="327"/>
            <ac:spMk id="11" creationId="{28C42BE4-F70E-0EF4-3340-BE7C51910334}"/>
          </ac:spMkLst>
        </pc:spChg>
        <pc:picChg chg="del">
          <ac:chgData name="Federico Faccioli - federico.faccioli2@studio.unibo.it" userId="202925a9-b052-4e57-adf8-6bb72ca40ffa" providerId="ADAL" clId="{46341A17-2FAB-4044-94F3-BFB11C2567B9}" dt="2023-06-01T18:16:10.593" v="2775" actId="478"/>
          <ac:picMkLst>
            <pc:docMk/>
            <pc:sldMk cId="1871548505" sldId="327"/>
            <ac:picMk id="5" creationId="{EB512E1D-900F-2AE4-7515-7DF44255115F}"/>
          </ac:picMkLst>
        </pc:picChg>
        <pc:picChg chg="add mod">
          <ac:chgData name="Federico Faccioli - federico.faccioli2@studio.unibo.it" userId="202925a9-b052-4e57-adf8-6bb72ca40ffa" providerId="ADAL" clId="{46341A17-2FAB-4044-94F3-BFB11C2567B9}" dt="2023-06-01T18:16:29.362" v="2779" actId="1076"/>
          <ac:picMkLst>
            <pc:docMk/>
            <pc:sldMk cId="1871548505" sldId="327"/>
            <ac:picMk id="12" creationId="{4E1E19BD-2899-C797-98B0-5D89BD8A17C9}"/>
          </ac:picMkLst>
        </pc:picChg>
      </pc:sldChg>
    </pc:docChg>
  </pc:docChgLst>
  <pc:docChgLst>
    <pc:chgData name="Tommaso Romagnoli - tommaso.romagnoli2@studio.unibo.it" userId="S::tommaso.romagnoli2@studio.unibo.it::767cf0ee-3d71-4525-a688-7dfd9e51b4e7" providerId="AD" clId="Web-{76276B87-2AF8-B65B-3FAA-3F3DA97EF81D}"/>
    <pc:docChg chg="modSld">
      <pc:chgData name="Tommaso Romagnoli - tommaso.romagnoli2@studio.unibo.it" userId="S::tommaso.romagnoli2@studio.unibo.it::767cf0ee-3d71-4525-a688-7dfd9e51b4e7" providerId="AD" clId="Web-{76276B87-2AF8-B65B-3FAA-3F3DA97EF81D}" dt="2023-05-22T10:06:18.728" v="10" actId="20577"/>
      <pc:docMkLst>
        <pc:docMk/>
      </pc:docMkLst>
      <pc:sldChg chg="modSp">
        <pc:chgData name="Tommaso Romagnoli - tommaso.romagnoli2@studio.unibo.it" userId="S::tommaso.romagnoli2@studio.unibo.it::767cf0ee-3d71-4525-a688-7dfd9e51b4e7" providerId="AD" clId="Web-{76276B87-2AF8-B65B-3FAA-3F3DA97EF81D}" dt="2023-05-22T10:06:18.728" v="10" actId="20577"/>
        <pc:sldMkLst>
          <pc:docMk/>
          <pc:sldMk cId="114769864" sldId="306"/>
        </pc:sldMkLst>
        <pc:spChg chg="mod">
          <ac:chgData name="Tommaso Romagnoli - tommaso.romagnoli2@studio.unibo.it" userId="S::tommaso.romagnoli2@studio.unibo.it::767cf0ee-3d71-4525-a688-7dfd9e51b4e7" providerId="AD" clId="Web-{76276B87-2AF8-B65B-3FAA-3F3DA97EF81D}" dt="2023-05-22T10:06:18.728" v="10" actId="20577"/>
          <ac:spMkLst>
            <pc:docMk/>
            <pc:sldMk cId="114769864" sldId="306"/>
            <ac:spMk id="3" creationId="{A5F14073-9F68-4B7E-A576-26899D58C7A9}"/>
          </ac:spMkLst>
        </pc:spChg>
      </pc:sldChg>
    </pc:docChg>
  </pc:docChgLst>
  <pc:docChgLst>
    <pc:chgData name="Edoardo Pierdiluca - edoardo.pierdiluca@studio.unibo.it" userId="S::edoardo.pierdiluca@studio.unibo.it::2198b7f2-c8c8-457e-ae08-d188ecd8dbd9" providerId="AD" clId="Web-{858C6BCB-0A97-9DB1-1E52-C7CB7AA0D6A6}"/>
    <pc:docChg chg="addSld delSld modSld sldOrd">
      <pc:chgData name="Edoardo Pierdiluca - edoardo.pierdiluca@studio.unibo.it" userId="S::edoardo.pierdiluca@studio.unibo.it::2198b7f2-c8c8-457e-ae08-d188ecd8dbd9" providerId="AD" clId="Web-{858C6BCB-0A97-9DB1-1E52-C7CB7AA0D6A6}" dt="2023-05-30T14:21:33.878" v="197"/>
      <pc:docMkLst>
        <pc:docMk/>
      </pc:docMkLst>
      <pc:sldChg chg="addSp delSp modSp del">
        <pc:chgData name="Edoardo Pierdiluca - edoardo.pierdiluca@studio.unibo.it" userId="S::edoardo.pierdiluca@studio.unibo.it::2198b7f2-c8c8-457e-ae08-d188ecd8dbd9" providerId="AD" clId="Web-{858C6BCB-0A97-9DB1-1E52-C7CB7AA0D6A6}" dt="2023-05-30T14:20:59.158" v="192"/>
        <pc:sldMkLst>
          <pc:docMk/>
          <pc:sldMk cId="783914445" sldId="294"/>
        </pc:sldMkLst>
        <pc:spChg chg="add del mod">
          <ac:chgData name="Edoardo Pierdiluca - edoardo.pierdiluca@studio.unibo.it" userId="S::edoardo.pierdiluca@studio.unibo.it::2198b7f2-c8c8-457e-ae08-d188ecd8dbd9" providerId="AD" clId="Web-{858C6BCB-0A97-9DB1-1E52-C7CB7AA0D6A6}" dt="2023-05-30T13:49:28.681" v="188"/>
          <ac:spMkLst>
            <pc:docMk/>
            <pc:sldMk cId="783914445" sldId="294"/>
            <ac:spMk id="3" creationId="{2E8782DB-A422-EAC9-6BC1-88D273D70213}"/>
          </ac:spMkLst>
        </pc:spChg>
        <pc:spChg chg="add mod">
          <ac:chgData name="Edoardo Pierdiluca - edoardo.pierdiluca@studio.unibo.it" userId="S::edoardo.pierdiluca@studio.unibo.it::2198b7f2-c8c8-457e-ae08-d188ecd8dbd9" providerId="AD" clId="Web-{858C6BCB-0A97-9DB1-1E52-C7CB7AA0D6A6}" dt="2023-05-30T13:49:36.041" v="191"/>
          <ac:spMkLst>
            <pc:docMk/>
            <pc:sldMk cId="783914445" sldId="294"/>
            <ac:spMk id="7" creationId="{10473124-90B8-007C-43B2-AA3F3C0CA9F3}"/>
          </ac:spMkLst>
        </pc:spChg>
        <pc:graphicFrameChg chg="del">
          <ac:chgData name="Edoardo Pierdiluca - edoardo.pierdiluca@studio.unibo.it" userId="S::edoardo.pierdiluca@studio.unibo.it::2198b7f2-c8c8-457e-ae08-d188ecd8dbd9" providerId="AD" clId="Web-{858C6BCB-0A97-9DB1-1E52-C7CB7AA0D6A6}" dt="2023-05-30T13:49:26.275" v="187"/>
          <ac:graphicFrameMkLst>
            <pc:docMk/>
            <pc:sldMk cId="783914445" sldId="294"/>
            <ac:graphicFrameMk id="8" creationId="{314209B2-7DC1-4F18-AD3E-91CE29A6776E}"/>
          </ac:graphicFrameMkLst>
        </pc:graphicFrameChg>
        <pc:picChg chg="add del mod ord">
          <ac:chgData name="Edoardo Pierdiluca - edoardo.pierdiluca@studio.unibo.it" userId="S::edoardo.pierdiluca@studio.unibo.it::2198b7f2-c8c8-457e-ae08-d188ecd8dbd9" providerId="AD" clId="Web-{858C6BCB-0A97-9DB1-1E52-C7CB7AA0D6A6}" dt="2023-05-30T13:49:36.041" v="191"/>
          <ac:picMkLst>
            <pc:docMk/>
            <pc:sldMk cId="783914445" sldId="294"/>
            <ac:picMk id="5" creationId="{9CDB063A-38AF-81DB-ABC1-BDA01B3163B9}"/>
          </ac:picMkLst>
        </pc:picChg>
      </pc:sldChg>
      <pc:sldChg chg="del">
        <pc:chgData name="Edoardo Pierdiluca - edoardo.pierdiluca@studio.unibo.it" userId="S::edoardo.pierdiluca@studio.unibo.it::2198b7f2-c8c8-457e-ae08-d188ecd8dbd9" providerId="AD" clId="Web-{858C6BCB-0A97-9DB1-1E52-C7CB7AA0D6A6}" dt="2023-05-30T14:21:01.439" v="193"/>
        <pc:sldMkLst>
          <pc:docMk/>
          <pc:sldMk cId="277827655" sldId="295"/>
        </pc:sldMkLst>
      </pc:sldChg>
      <pc:sldChg chg="del">
        <pc:chgData name="Edoardo Pierdiluca - edoardo.pierdiluca@studio.unibo.it" userId="S::edoardo.pierdiluca@studio.unibo.it::2198b7f2-c8c8-457e-ae08-d188ecd8dbd9" providerId="AD" clId="Web-{858C6BCB-0A97-9DB1-1E52-C7CB7AA0D6A6}" dt="2023-05-30T14:21:33.831" v="195"/>
        <pc:sldMkLst>
          <pc:docMk/>
          <pc:sldMk cId="3159288639" sldId="303"/>
        </pc:sldMkLst>
      </pc:sldChg>
      <pc:sldChg chg="del">
        <pc:chgData name="Edoardo Pierdiluca - edoardo.pierdiluca@studio.unibo.it" userId="S::edoardo.pierdiluca@studio.unibo.it::2198b7f2-c8c8-457e-ae08-d188ecd8dbd9" providerId="AD" clId="Web-{858C6BCB-0A97-9DB1-1E52-C7CB7AA0D6A6}" dt="2023-05-30T14:21:33.846" v="196"/>
        <pc:sldMkLst>
          <pc:docMk/>
          <pc:sldMk cId="3124766000" sldId="304"/>
        </pc:sldMkLst>
      </pc:sldChg>
      <pc:sldChg chg="del">
        <pc:chgData name="Edoardo Pierdiluca - edoardo.pierdiluca@studio.unibo.it" userId="S::edoardo.pierdiluca@studio.unibo.it::2198b7f2-c8c8-457e-ae08-d188ecd8dbd9" providerId="AD" clId="Web-{858C6BCB-0A97-9DB1-1E52-C7CB7AA0D6A6}" dt="2023-05-30T14:21:33.878" v="197"/>
        <pc:sldMkLst>
          <pc:docMk/>
          <pc:sldMk cId="1403455250" sldId="305"/>
        </pc:sldMkLst>
      </pc:sldChg>
      <pc:sldChg chg="del">
        <pc:chgData name="Edoardo Pierdiluca - edoardo.pierdiluca@studio.unibo.it" userId="S::edoardo.pierdiluca@studio.unibo.it::2198b7f2-c8c8-457e-ae08-d188ecd8dbd9" providerId="AD" clId="Web-{858C6BCB-0A97-9DB1-1E52-C7CB7AA0D6A6}" dt="2023-05-30T13:36:15.675" v="186"/>
        <pc:sldMkLst>
          <pc:docMk/>
          <pc:sldMk cId="2227882511" sldId="309"/>
        </pc:sldMkLst>
      </pc:sldChg>
      <pc:sldChg chg="addSp modSp">
        <pc:chgData name="Edoardo Pierdiluca - edoardo.pierdiluca@studio.unibo.it" userId="S::edoardo.pierdiluca@studio.unibo.it::2198b7f2-c8c8-457e-ae08-d188ecd8dbd9" providerId="AD" clId="Web-{858C6BCB-0A97-9DB1-1E52-C7CB7AA0D6A6}" dt="2023-05-30T13:32:39.340" v="185" actId="1076"/>
        <pc:sldMkLst>
          <pc:docMk/>
          <pc:sldMk cId="3561473475" sldId="310"/>
        </pc:sldMkLst>
        <pc:picChg chg="add mod">
          <ac:chgData name="Edoardo Pierdiluca - edoardo.pierdiluca@studio.unibo.it" userId="S::edoardo.pierdiluca@studio.unibo.it::2198b7f2-c8c8-457e-ae08-d188ecd8dbd9" providerId="AD" clId="Web-{858C6BCB-0A97-9DB1-1E52-C7CB7AA0D6A6}" dt="2023-05-30T13:32:39.340" v="185" actId="1076"/>
          <ac:picMkLst>
            <pc:docMk/>
            <pc:sldMk cId="3561473475" sldId="310"/>
            <ac:picMk id="4" creationId="{907108ED-F1BF-8FA2-099B-724E1B5DDE71}"/>
          </ac:picMkLst>
        </pc:picChg>
      </pc:sldChg>
      <pc:sldChg chg="del">
        <pc:chgData name="Edoardo Pierdiluca - edoardo.pierdiluca@studio.unibo.it" userId="S::edoardo.pierdiluca@studio.unibo.it::2198b7f2-c8c8-457e-ae08-d188ecd8dbd9" providerId="AD" clId="Web-{858C6BCB-0A97-9DB1-1E52-C7CB7AA0D6A6}" dt="2023-05-30T14:21:33.815" v="194"/>
        <pc:sldMkLst>
          <pc:docMk/>
          <pc:sldMk cId="2270028676" sldId="313"/>
        </pc:sldMkLst>
      </pc:sldChg>
      <pc:sldChg chg="addSp delSp modSp add mod ord replId modClrScheme chgLayout">
        <pc:chgData name="Edoardo Pierdiluca - edoardo.pierdiluca@studio.unibo.it" userId="S::edoardo.pierdiluca@studio.unibo.it::2198b7f2-c8c8-457e-ae08-d188ecd8dbd9" providerId="AD" clId="Web-{858C6BCB-0A97-9DB1-1E52-C7CB7AA0D6A6}" dt="2023-05-30T13:27:02.471" v="178" actId="1076"/>
        <pc:sldMkLst>
          <pc:docMk/>
          <pc:sldMk cId="3060943316" sldId="315"/>
        </pc:sldMkLst>
        <pc:spChg chg="add mod ord">
          <ac:chgData name="Edoardo Pierdiluca - edoardo.pierdiluca@studio.unibo.it" userId="S::edoardo.pierdiluca@studio.unibo.it::2198b7f2-c8c8-457e-ae08-d188ecd8dbd9" providerId="AD" clId="Web-{858C6BCB-0A97-9DB1-1E52-C7CB7AA0D6A6}" dt="2023-05-30T13:27:02.002" v="177"/>
          <ac:spMkLst>
            <pc:docMk/>
            <pc:sldMk cId="3060943316" sldId="315"/>
            <ac:spMk id="3" creationId="{64D15CAF-612B-F3FB-B51E-DC60A51100F8}"/>
          </ac:spMkLst>
        </pc:spChg>
        <pc:spChg chg="mod">
          <ac:chgData name="Edoardo Pierdiluca - edoardo.pierdiluca@studio.unibo.it" userId="S::edoardo.pierdiluca@studio.unibo.it::2198b7f2-c8c8-457e-ae08-d188ecd8dbd9" providerId="AD" clId="Web-{858C6BCB-0A97-9DB1-1E52-C7CB7AA0D6A6}" dt="2023-05-30T13:27:02.002" v="177"/>
          <ac:spMkLst>
            <pc:docMk/>
            <pc:sldMk cId="3060943316" sldId="315"/>
            <ac:spMk id="4" creationId="{55E27C7C-4B68-4BBC-BF36-8959D8493E4A}"/>
          </ac:spMkLst>
        </pc:spChg>
        <pc:spChg chg="mod ord modVis">
          <ac:chgData name="Edoardo Pierdiluca - edoardo.pierdiluca@studio.unibo.it" userId="S::edoardo.pierdiluca@studio.unibo.it::2198b7f2-c8c8-457e-ae08-d188ecd8dbd9" providerId="AD" clId="Web-{858C6BCB-0A97-9DB1-1E52-C7CB7AA0D6A6}" dt="2023-05-30T13:27:02.002" v="177"/>
          <ac:spMkLst>
            <pc:docMk/>
            <pc:sldMk cId="3060943316" sldId="315"/>
            <ac:spMk id="9" creationId="{4FC290B8-BF94-4636-BFAB-9FD67F4AAC6D}"/>
          </ac:spMkLst>
        </pc:spChg>
        <pc:spChg chg="add del mod">
          <ac:chgData name="Edoardo Pierdiluca - edoardo.pierdiluca@studio.unibo.it" userId="S::edoardo.pierdiluca@studio.unibo.it::2198b7f2-c8c8-457e-ae08-d188ecd8dbd9" providerId="AD" clId="Web-{858C6BCB-0A97-9DB1-1E52-C7CB7AA0D6A6}" dt="2023-05-30T13:26:55.111" v="175"/>
          <ac:spMkLst>
            <pc:docMk/>
            <pc:sldMk cId="3060943316" sldId="315"/>
            <ac:spMk id="11" creationId="{60218DD6-FAC5-EB34-2919-4EC72DFF35ED}"/>
          </ac:spMkLst>
        </pc:spChg>
        <pc:spChg chg="add del mod">
          <ac:chgData name="Edoardo Pierdiluca - edoardo.pierdiluca@studio.unibo.it" userId="S::edoardo.pierdiluca@studio.unibo.it::2198b7f2-c8c8-457e-ae08-d188ecd8dbd9" providerId="AD" clId="Web-{858C6BCB-0A97-9DB1-1E52-C7CB7AA0D6A6}" dt="2023-05-30T13:26:55.111" v="175"/>
          <ac:spMkLst>
            <pc:docMk/>
            <pc:sldMk cId="3060943316" sldId="315"/>
            <ac:spMk id="12" creationId="{3D33CD0C-0A8C-834B-7E3D-158241419495}"/>
          </ac:spMkLst>
        </pc:spChg>
        <pc:spChg chg="add del mod">
          <ac:chgData name="Edoardo Pierdiluca - edoardo.pierdiluca@studio.unibo.it" userId="S::edoardo.pierdiluca@studio.unibo.it::2198b7f2-c8c8-457e-ae08-d188ecd8dbd9" providerId="AD" clId="Web-{858C6BCB-0A97-9DB1-1E52-C7CB7AA0D6A6}" dt="2023-05-30T13:26:50.095" v="171"/>
          <ac:spMkLst>
            <pc:docMk/>
            <pc:sldMk cId="3060943316" sldId="315"/>
            <ac:spMk id="14" creationId="{CBAF001E-FDE3-487D-D77B-4B54F13797F4}"/>
          </ac:spMkLst>
        </pc:spChg>
        <pc:spChg chg="add del mod">
          <ac:chgData name="Edoardo Pierdiluca - edoardo.pierdiluca@studio.unibo.it" userId="S::edoardo.pierdiluca@studio.unibo.it::2198b7f2-c8c8-457e-ae08-d188ecd8dbd9" providerId="AD" clId="Web-{858C6BCB-0A97-9DB1-1E52-C7CB7AA0D6A6}" dt="2023-05-30T13:27:02.002" v="177"/>
          <ac:spMkLst>
            <pc:docMk/>
            <pc:sldMk cId="3060943316" sldId="315"/>
            <ac:spMk id="15" creationId="{70BB89F7-4151-9103-6C81-A890D81F78D2}"/>
          </ac:spMkLst>
        </pc:spChg>
        <pc:spChg chg="add del mod">
          <ac:chgData name="Edoardo Pierdiluca - edoardo.pierdiluca@studio.unibo.it" userId="S::edoardo.pierdiluca@studio.unibo.it::2198b7f2-c8c8-457e-ae08-d188ecd8dbd9" providerId="AD" clId="Web-{858C6BCB-0A97-9DB1-1E52-C7CB7AA0D6A6}" dt="2023-05-30T13:26:50.095" v="171"/>
          <ac:spMkLst>
            <pc:docMk/>
            <pc:sldMk cId="3060943316" sldId="315"/>
            <ac:spMk id="16" creationId="{0CF1BBD8-0B80-526C-F3CE-AD83DBA0929E}"/>
          </ac:spMkLst>
        </pc:spChg>
        <pc:spChg chg="add del mod">
          <ac:chgData name="Edoardo Pierdiluca - edoardo.pierdiluca@studio.unibo.it" userId="S::edoardo.pierdiluca@studio.unibo.it::2198b7f2-c8c8-457e-ae08-d188ecd8dbd9" providerId="AD" clId="Web-{858C6BCB-0A97-9DB1-1E52-C7CB7AA0D6A6}" dt="2023-05-30T13:27:02.002" v="177"/>
          <ac:spMkLst>
            <pc:docMk/>
            <pc:sldMk cId="3060943316" sldId="315"/>
            <ac:spMk id="17" creationId="{DF7DFCB3-091A-80A8-5EB2-910C3BDC73B6}"/>
          </ac:spMkLst>
        </pc:spChg>
        <pc:graphicFrameChg chg="del">
          <ac:chgData name="Edoardo Pierdiluca - edoardo.pierdiluca@studio.unibo.it" userId="S::edoardo.pierdiluca@studio.unibo.it::2198b7f2-c8c8-457e-ae08-d188ecd8dbd9" providerId="AD" clId="Web-{858C6BCB-0A97-9DB1-1E52-C7CB7AA0D6A6}" dt="2023-05-30T13:16:39.328" v="2"/>
          <ac:graphicFrameMkLst>
            <pc:docMk/>
            <pc:sldMk cId="3060943316" sldId="315"/>
            <ac:graphicFrameMk id="8" creationId="{314209B2-7DC1-4F18-AD3E-91CE29A6776E}"/>
          </ac:graphicFrameMkLst>
        </pc:graphicFrameChg>
        <pc:picChg chg="add del mod modCrop">
          <ac:chgData name="Edoardo Pierdiluca - edoardo.pierdiluca@studio.unibo.it" userId="S::edoardo.pierdiluca@studio.unibo.it::2198b7f2-c8c8-457e-ae08-d188ecd8dbd9" providerId="AD" clId="Web-{858C6BCB-0A97-9DB1-1E52-C7CB7AA0D6A6}" dt="2023-05-30T13:24:13.372" v="159"/>
          <ac:picMkLst>
            <pc:docMk/>
            <pc:sldMk cId="3060943316" sldId="315"/>
            <ac:picMk id="5" creationId="{C5592FD7-B620-8EBC-1563-A9FD54AE8E7B}"/>
          </ac:picMkLst>
        </pc:picChg>
        <pc:picChg chg="add del mod">
          <ac:chgData name="Edoardo Pierdiluca - edoardo.pierdiluca@studio.unibo.it" userId="S::edoardo.pierdiluca@studio.unibo.it::2198b7f2-c8c8-457e-ae08-d188ecd8dbd9" providerId="AD" clId="Web-{858C6BCB-0A97-9DB1-1E52-C7CB7AA0D6A6}" dt="2023-05-30T13:24:13.372" v="158"/>
          <ac:picMkLst>
            <pc:docMk/>
            <pc:sldMk cId="3060943316" sldId="315"/>
            <ac:picMk id="6" creationId="{861DB7F2-B1BE-F3C3-408F-FB1C5EF3BBA2}"/>
          </ac:picMkLst>
        </pc:picChg>
        <pc:picChg chg="add mod">
          <ac:chgData name="Edoardo Pierdiluca - edoardo.pierdiluca@studio.unibo.it" userId="S::edoardo.pierdiluca@studio.unibo.it::2198b7f2-c8c8-457e-ae08-d188ecd8dbd9" providerId="AD" clId="Web-{858C6BCB-0A97-9DB1-1E52-C7CB7AA0D6A6}" dt="2023-05-30T13:27:02.471" v="178" actId="1076"/>
          <ac:picMkLst>
            <pc:docMk/>
            <pc:sldMk cId="3060943316" sldId="315"/>
            <ac:picMk id="7" creationId="{D68713A7-342E-D9CD-3B63-8712AFBB3EC6}"/>
          </ac:picMkLst>
        </pc:picChg>
      </pc:sldChg>
    </pc:docChg>
  </pc:docChgLst>
  <pc:docChgLst>
    <pc:chgData name="Edoardo Pierdiluca - edoardo.pierdiluca@studio.unibo.it" userId="S::edoardo.pierdiluca@studio.unibo.it::2198b7f2-c8c8-457e-ae08-d188ecd8dbd9" providerId="AD" clId="Web-{C69CC546-F7DE-4BEF-BD5A-AB12BAA04A4A}"/>
    <pc:docChg chg="modSld">
      <pc:chgData name="Edoardo Pierdiluca - edoardo.pierdiluca@studio.unibo.it" userId="S::edoardo.pierdiluca@studio.unibo.it::2198b7f2-c8c8-457e-ae08-d188ecd8dbd9" providerId="AD" clId="Web-{C69CC546-F7DE-4BEF-BD5A-AB12BAA04A4A}" dt="2023-05-22T10:32:43.128" v="3" actId="20577"/>
      <pc:docMkLst>
        <pc:docMk/>
      </pc:docMkLst>
      <pc:sldChg chg="modSp">
        <pc:chgData name="Edoardo Pierdiluca - edoardo.pierdiluca@studio.unibo.it" userId="S::edoardo.pierdiluca@studio.unibo.it::2198b7f2-c8c8-457e-ae08-d188ecd8dbd9" providerId="AD" clId="Web-{C69CC546-F7DE-4BEF-BD5A-AB12BAA04A4A}" dt="2023-05-22T10:32:43.128" v="3" actId="20577"/>
        <pc:sldMkLst>
          <pc:docMk/>
          <pc:sldMk cId="114769864" sldId="306"/>
        </pc:sldMkLst>
        <pc:spChg chg="mod">
          <ac:chgData name="Edoardo Pierdiluca - edoardo.pierdiluca@studio.unibo.it" userId="S::edoardo.pierdiluca@studio.unibo.it::2198b7f2-c8c8-457e-ae08-d188ecd8dbd9" providerId="AD" clId="Web-{C69CC546-F7DE-4BEF-BD5A-AB12BAA04A4A}" dt="2023-05-22T10:32:43.128" v="3" actId="20577"/>
          <ac:spMkLst>
            <pc:docMk/>
            <pc:sldMk cId="114769864" sldId="306"/>
            <ac:spMk id="3" creationId="{A5F14073-9F68-4B7E-A576-26899D58C7A9}"/>
          </ac:spMkLst>
        </pc:spChg>
      </pc:sldChg>
    </pc:docChg>
  </pc:docChgLst>
  <pc:docChgLst>
    <pc:chgData clId="Web-{C69CC546-F7DE-4BEF-BD5A-AB12BAA04A4A}"/>
    <pc:docChg chg="modSld">
      <pc:chgData name="" userId="" providerId="" clId="Web-{C69CC546-F7DE-4BEF-BD5A-AB12BAA04A4A}" dt="2023-05-22T10:32:39.159" v="2" actId="20577"/>
      <pc:docMkLst>
        <pc:docMk/>
      </pc:docMkLst>
      <pc:sldChg chg="modSp">
        <pc:chgData name="" userId="" providerId="" clId="Web-{C69CC546-F7DE-4BEF-BD5A-AB12BAA04A4A}" dt="2023-05-22T10:32:39.159" v="2" actId="20577"/>
        <pc:sldMkLst>
          <pc:docMk/>
          <pc:sldMk cId="114769864" sldId="306"/>
        </pc:sldMkLst>
        <pc:spChg chg="mod">
          <ac:chgData name="" userId="" providerId="" clId="Web-{C69CC546-F7DE-4BEF-BD5A-AB12BAA04A4A}" dt="2023-05-22T10:32:39.159" v="2" actId="20577"/>
          <ac:spMkLst>
            <pc:docMk/>
            <pc:sldMk cId="114769864" sldId="306"/>
            <ac:spMk id="3" creationId="{A5F14073-9F68-4B7E-A576-26899D58C7A9}"/>
          </ac:spMkLst>
        </pc:spChg>
      </pc:sldChg>
    </pc:docChg>
  </pc:docChgLst>
  <pc:docChgLst>
    <pc:chgData name="Tommaso Romagnoli - tommaso.romagnoli2@studio.unibo.it" userId="767cf0ee-3d71-4525-a688-7dfd9e51b4e7" providerId="ADAL" clId="{08F7BF2D-5443-4814-8808-6EDD10EF70F3}"/>
    <pc:docChg chg="undo redo custSel addSld modSld sldOrd addSection delSection">
      <pc:chgData name="Tommaso Romagnoli - tommaso.romagnoli2@studio.unibo.it" userId="767cf0ee-3d71-4525-a688-7dfd9e51b4e7" providerId="ADAL" clId="{08F7BF2D-5443-4814-8808-6EDD10EF70F3}" dt="2023-06-21T14:23:49.734" v="1098" actId="1076"/>
      <pc:docMkLst>
        <pc:docMk/>
      </pc:docMkLst>
      <pc:sldChg chg="delSp modSp mod modClrScheme chgLayout">
        <pc:chgData name="Tommaso Romagnoli - tommaso.romagnoli2@studio.unibo.it" userId="767cf0ee-3d71-4525-a688-7dfd9e51b4e7" providerId="ADAL" clId="{08F7BF2D-5443-4814-8808-6EDD10EF70F3}" dt="2023-06-21T14:23:04.691" v="1091" actId="478"/>
        <pc:sldMkLst>
          <pc:docMk/>
          <pc:sldMk cId="1613598062" sldId="307"/>
        </pc:sldMkLst>
        <pc:spChg chg="mod">
          <ac:chgData name="Tommaso Romagnoli - tommaso.romagnoli2@studio.unibo.it" userId="767cf0ee-3d71-4525-a688-7dfd9e51b4e7" providerId="ADAL" clId="{08F7BF2D-5443-4814-8808-6EDD10EF70F3}" dt="2023-05-30T13:32:33.934" v="101" actId="26606"/>
          <ac:spMkLst>
            <pc:docMk/>
            <pc:sldMk cId="1613598062" sldId="307"/>
            <ac:spMk id="3" creationId="{1DDBBC93-70DF-4E4E-98E3-08124185AB18}"/>
          </ac:spMkLst>
        </pc:spChg>
        <pc:spChg chg="mod">
          <ac:chgData name="Tommaso Romagnoli - tommaso.romagnoli2@studio.unibo.it" userId="767cf0ee-3d71-4525-a688-7dfd9e51b4e7" providerId="ADAL" clId="{08F7BF2D-5443-4814-8808-6EDD10EF70F3}" dt="2023-05-30T13:32:33.934" v="101" actId="26606"/>
          <ac:spMkLst>
            <pc:docMk/>
            <pc:sldMk cId="1613598062" sldId="307"/>
            <ac:spMk id="4" creationId="{65DE74E9-AA78-46C1-845A-0B72FA8AF35E}"/>
          </ac:spMkLst>
        </pc:spChg>
        <pc:spChg chg="del mod">
          <ac:chgData name="Tommaso Romagnoli - tommaso.romagnoli2@studio.unibo.it" userId="767cf0ee-3d71-4525-a688-7dfd9e51b4e7" providerId="ADAL" clId="{08F7BF2D-5443-4814-8808-6EDD10EF70F3}" dt="2023-06-21T14:23:04.691" v="1091" actId="478"/>
          <ac:spMkLst>
            <pc:docMk/>
            <pc:sldMk cId="1613598062" sldId="307"/>
            <ac:spMk id="7" creationId="{05C25F72-F9A7-42F9-9720-0801ED77D4D1}"/>
          </ac:spMkLst>
        </pc:spChg>
        <pc:spChg chg="mod">
          <ac:chgData name="Tommaso Romagnoli - tommaso.romagnoli2@studio.unibo.it" userId="767cf0ee-3d71-4525-a688-7dfd9e51b4e7" providerId="ADAL" clId="{08F7BF2D-5443-4814-8808-6EDD10EF70F3}" dt="2023-05-30T13:32:33.934" v="101" actId="26606"/>
          <ac:spMkLst>
            <pc:docMk/>
            <pc:sldMk cId="1613598062" sldId="307"/>
            <ac:spMk id="8" creationId="{AEEDFC2F-FF0A-4EC9-A0BB-0AA2B1E6BA4A}"/>
          </ac:spMkLst>
        </pc:spChg>
        <pc:spChg chg="mod">
          <ac:chgData name="Tommaso Romagnoli - tommaso.romagnoli2@studio.unibo.it" userId="767cf0ee-3d71-4525-a688-7dfd9e51b4e7" providerId="ADAL" clId="{08F7BF2D-5443-4814-8808-6EDD10EF70F3}" dt="2023-05-30T13:32:33.934" v="101" actId="26606"/>
          <ac:spMkLst>
            <pc:docMk/>
            <pc:sldMk cId="1613598062" sldId="307"/>
            <ac:spMk id="9" creationId="{6DCF8D89-56D9-4E2B-9838-07DFB6E9D2BB}"/>
          </ac:spMkLst>
        </pc:spChg>
        <pc:picChg chg="mod ord">
          <ac:chgData name="Tommaso Romagnoli - tommaso.romagnoli2@studio.unibo.it" userId="767cf0ee-3d71-4525-a688-7dfd9e51b4e7" providerId="ADAL" clId="{08F7BF2D-5443-4814-8808-6EDD10EF70F3}" dt="2023-05-30T13:32:33.934" v="101" actId="26606"/>
          <ac:picMkLst>
            <pc:docMk/>
            <pc:sldMk cId="1613598062" sldId="307"/>
            <ac:picMk id="10" creationId="{F059A679-45E9-CC46-7490-B9B637153D15}"/>
          </ac:picMkLst>
        </pc:picChg>
      </pc:sldChg>
      <pc:sldChg chg="delSp modSp mod">
        <pc:chgData name="Tommaso Romagnoli - tommaso.romagnoli2@studio.unibo.it" userId="767cf0ee-3d71-4525-a688-7dfd9e51b4e7" providerId="ADAL" clId="{08F7BF2D-5443-4814-8808-6EDD10EF70F3}" dt="2023-06-21T14:23:08.621" v="1092" actId="478"/>
        <pc:sldMkLst>
          <pc:docMk/>
          <pc:sldMk cId="365334912" sldId="308"/>
        </pc:sldMkLst>
        <pc:spChg chg="mod">
          <ac:chgData name="Tommaso Romagnoli - tommaso.romagnoli2@studio.unibo.it" userId="767cf0ee-3d71-4525-a688-7dfd9e51b4e7" providerId="ADAL" clId="{08F7BF2D-5443-4814-8808-6EDD10EF70F3}" dt="2023-06-01T10:11:58.176" v="986" actId="1076"/>
          <ac:spMkLst>
            <pc:docMk/>
            <pc:sldMk cId="365334912" sldId="308"/>
            <ac:spMk id="3" creationId="{0115FF41-AFA4-4D25-AB42-AB034F4B4FEC}"/>
          </ac:spMkLst>
        </pc:spChg>
        <pc:spChg chg="mod">
          <ac:chgData name="Tommaso Romagnoli - tommaso.romagnoli2@studio.unibo.it" userId="767cf0ee-3d71-4525-a688-7dfd9e51b4e7" providerId="ADAL" clId="{08F7BF2D-5443-4814-8808-6EDD10EF70F3}" dt="2023-06-01T10:12:01.833" v="987" actId="1076"/>
          <ac:spMkLst>
            <pc:docMk/>
            <pc:sldMk cId="365334912" sldId="308"/>
            <ac:spMk id="4" creationId="{B0881FA9-F3B0-4912-B0E1-352094195C30}"/>
          </ac:spMkLst>
        </pc:spChg>
        <pc:spChg chg="del">
          <ac:chgData name="Tommaso Romagnoli - tommaso.romagnoli2@studio.unibo.it" userId="767cf0ee-3d71-4525-a688-7dfd9e51b4e7" providerId="ADAL" clId="{08F7BF2D-5443-4814-8808-6EDD10EF70F3}" dt="2023-06-21T14:23:08.621" v="1092" actId="478"/>
          <ac:spMkLst>
            <pc:docMk/>
            <pc:sldMk cId="365334912" sldId="308"/>
            <ac:spMk id="9" creationId="{D45C472E-4078-40A0-83A2-652E8356EDCB}"/>
          </ac:spMkLst>
        </pc:spChg>
      </pc:sldChg>
      <pc:sldChg chg="delSp modSp mod">
        <pc:chgData name="Tommaso Romagnoli - tommaso.romagnoli2@studio.unibo.it" userId="767cf0ee-3d71-4525-a688-7dfd9e51b4e7" providerId="ADAL" clId="{08F7BF2D-5443-4814-8808-6EDD10EF70F3}" dt="2023-06-21T14:23:49.734" v="1098" actId="1076"/>
        <pc:sldMkLst>
          <pc:docMk/>
          <pc:sldMk cId="927313156" sldId="312"/>
        </pc:sldMkLst>
        <pc:spChg chg="del">
          <ac:chgData name="Tommaso Romagnoli - tommaso.romagnoli2@studio.unibo.it" userId="767cf0ee-3d71-4525-a688-7dfd9e51b4e7" providerId="ADAL" clId="{08F7BF2D-5443-4814-8808-6EDD10EF70F3}" dt="2023-06-21T14:23:44.112" v="1097" actId="478"/>
          <ac:spMkLst>
            <pc:docMk/>
            <pc:sldMk cId="927313156" sldId="312"/>
            <ac:spMk id="22" creationId="{692474E6-3035-46B8-9C05-9B4204E8ED39}"/>
          </ac:spMkLst>
        </pc:spChg>
        <pc:spChg chg="mod">
          <ac:chgData name="Tommaso Romagnoli - tommaso.romagnoli2@studio.unibo.it" userId="767cf0ee-3d71-4525-a688-7dfd9e51b4e7" providerId="ADAL" clId="{08F7BF2D-5443-4814-8808-6EDD10EF70F3}" dt="2023-06-20T09:55:43.791" v="1089" actId="14100"/>
          <ac:spMkLst>
            <pc:docMk/>
            <pc:sldMk cId="927313156" sldId="312"/>
            <ac:spMk id="23" creationId="{DE8D546E-0F46-4CC0-B2B1-8B2430D00C0C}"/>
          </ac:spMkLst>
        </pc:spChg>
        <pc:spChg chg="mod">
          <ac:chgData name="Tommaso Romagnoli - tommaso.romagnoli2@studio.unibo.it" userId="767cf0ee-3d71-4525-a688-7dfd9e51b4e7" providerId="ADAL" clId="{08F7BF2D-5443-4814-8808-6EDD10EF70F3}" dt="2023-06-21T14:23:49.734" v="1098" actId="1076"/>
          <ac:spMkLst>
            <pc:docMk/>
            <pc:sldMk cId="927313156" sldId="312"/>
            <ac:spMk id="24" creationId="{5D838446-B95D-4AB7-B8CA-D5804BB79A11}"/>
          </ac:spMkLst>
        </pc:spChg>
      </pc:sldChg>
      <pc:sldChg chg="delSp mod">
        <pc:chgData name="Tommaso Romagnoli - tommaso.romagnoli2@studio.unibo.it" userId="767cf0ee-3d71-4525-a688-7dfd9e51b4e7" providerId="ADAL" clId="{08F7BF2D-5443-4814-8808-6EDD10EF70F3}" dt="2023-06-21T14:23:12.645" v="1093" actId="478"/>
        <pc:sldMkLst>
          <pc:docMk/>
          <pc:sldMk cId="1265607305" sldId="314"/>
        </pc:sldMkLst>
        <pc:spChg chg="del">
          <ac:chgData name="Tommaso Romagnoli - tommaso.romagnoli2@studio.unibo.it" userId="767cf0ee-3d71-4525-a688-7dfd9e51b4e7" providerId="ADAL" clId="{08F7BF2D-5443-4814-8808-6EDD10EF70F3}" dt="2023-06-21T14:23:12.645" v="1093" actId="478"/>
          <ac:spMkLst>
            <pc:docMk/>
            <pc:sldMk cId="1265607305" sldId="314"/>
            <ac:spMk id="9" creationId="{D45C472E-4078-40A0-83A2-652E8356EDCB}"/>
          </ac:spMkLst>
        </pc:spChg>
      </pc:sldChg>
      <pc:sldChg chg="ord">
        <pc:chgData name="Tommaso Romagnoli - tommaso.romagnoli2@studio.unibo.it" userId="767cf0ee-3d71-4525-a688-7dfd9e51b4e7" providerId="ADAL" clId="{08F7BF2D-5443-4814-8808-6EDD10EF70F3}" dt="2023-06-01T09:51:47.546" v="523"/>
        <pc:sldMkLst>
          <pc:docMk/>
          <pc:sldMk cId="3060943316" sldId="315"/>
        </pc:sldMkLst>
      </pc:sldChg>
      <pc:sldChg chg="addSp delSp modSp new mod modClrScheme chgLayout">
        <pc:chgData name="Tommaso Romagnoli - tommaso.romagnoli2@studio.unibo.it" userId="767cf0ee-3d71-4525-a688-7dfd9e51b4e7" providerId="ADAL" clId="{08F7BF2D-5443-4814-8808-6EDD10EF70F3}" dt="2023-06-21T14:23:35.374" v="1095" actId="478"/>
        <pc:sldMkLst>
          <pc:docMk/>
          <pc:sldMk cId="2234971643" sldId="316"/>
        </pc:sldMkLst>
        <pc:spChg chg="del">
          <ac:chgData name="Tommaso Romagnoli - tommaso.romagnoli2@studio.unibo.it" userId="767cf0ee-3d71-4525-a688-7dfd9e51b4e7" providerId="ADAL" clId="{08F7BF2D-5443-4814-8808-6EDD10EF70F3}" dt="2023-05-30T13:19:23.299" v="1" actId="700"/>
          <ac:spMkLst>
            <pc:docMk/>
            <pc:sldMk cId="2234971643" sldId="316"/>
            <ac:spMk id="2" creationId="{6F3C4F4C-EF4D-B423-5295-44DA5A0266BB}"/>
          </ac:spMkLst>
        </pc:spChg>
        <pc:spChg chg="del mod ord">
          <ac:chgData name="Tommaso Romagnoli - tommaso.romagnoli2@studio.unibo.it" userId="767cf0ee-3d71-4525-a688-7dfd9e51b4e7" providerId="ADAL" clId="{08F7BF2D-5443-4814-8808-6EDD10EF70F3}" dt="2023-05-30T13:19:23.299" v="1" actId="700"/>
          <ac:spMkLst>
            <pc:docMk/>
            <pc:sldMk cId="2234971643" sldId="316"/>
            <ac:spMk id="3" creationId="{9CFF2A8B-549B-DF50-EE30-1C87F381856F}"/>
          </ac:spMkLst>
        </pc:spChg>
        <pc:spChg chg="del mod ord">
          <ac:chgData name="Tommaso Romagnoli - tommaso.romagnoli2@studio.unibo.it" userId="767cf0ee-3d71-4525-a688-7dfd9e51b4e7" providerId="ADAL" clId="{08F7BF2D-5443-4814-8808-6EDD10EF70F3}" dt="2023-05-30T13:19:23.299" v="1" actId="700"/>
          <ac:spMkLst>
            <pc:docMk/>
            <pc:sldMk cId="2234971643" sldId="316"/>
            <ac:spMk id="4" creationId="{70BD70AA-7AFC-7077-99EB-A1133ACB8F49}"/>
          </ac:spMkLst>
        </pc:spChg>
        <pc:spChg chg="del mod ord">
          <ac:chgData name="Tommaso Romagnoli - tommaso.romagnoli2@studio.unibo.it" userId="767cf0ee-3d71-4525-a688-7dfd9e51b4e7" providerId="ADAL" clId="{08F7BF2D-5443-4814-8808-6EDD10EF70F3}" dt="2023-06-21T14:23:35.374" v="1095" actId="478"/>
          <ac:spMkLst>
            <pc:docMk/>
            <pc:sldMk cId="2234971643" sldId="316"/>
            <ac:spMk id="5" creationId="{2D3B295D-1C04-30AE-3B44-6DD4A6E4B46F}"/>
          </ac:spMkLst>
        </pc:spChg>
        <pc:spChg chg="del mod ord">
          <ac:chgData name="Tommaso Romagnoli - tommaso.romagnoli2@studio.unibo.it" userId="767cf0ee-3d71-4525-a688-7dfd9e51b4e7" providerId="ADAL" clId="{08F7BF2D-5443-4814-8808-6EDD10EF70F3}" dt="2023-05-30T13:26:39.707" v="74" actId="478"/>
          <ac:spMkLst>
            <pc:docMk/>
            <pc:sldMk cId="2234971643" sldId="316"/>
            <ac:spMk id="6" creationId="{1887DA46-36B5-CACC-A11C-75927D363A39}"/>
          </ac:spMkLst>
        </pc:spChg>
        <pc:spChg chg="mod ord">
          <ac:chgData name="Tommaso Romagnoli - tommaso.romagnoli2@studio.unibo.it" userId="767cf0ee-3d71-4525-a688-7dfd9e51b4e7" providerId="ADAL" clId="{08F7BF2D-5443-4814-8808-6EDD10EF70F3}" dt="2023-05-30T13:28:38.090" v="83" actId="700"/>
          <ac:spMkLst>
            <pc:docMk/>
            <pc:sldMk cId="2234971643" sldId="316"/>
            <ac:spMk id="7" creationId="{EFDAC67F-EC84-0832-2666-A43DC730EEFA}"/>
          </ac:spMkLst>
        </pc:spChg>
        <pc:spChg chg="add del mod ord">
          <ac:chgData name="Tommaso Romagnoli - tommaso.romagnoli2@studio.unibo.it" userId="767cf0ee-3d71-4525-a688-7dfd9e51b4e7" providerId="ADAL" clId="{08F7BF2D-5443-4814-8808-6EDD10EF70F3}" dt="2023-05-30T13:19:33.400" v="2" actId="700"/>
          <ac:spMkLst>
            <pc:docMk/>
            <pc:sldMk cId="2234971643" sldId="316"/>
            <ac:spMk id="8" creationId="{30031E63-28A9-C3B6-E5FF-09C33B063987}"/>
          </ac:spMkLst>
        </pc:spChg>
        <pc:spChg chg="add del mod ord">
          <ac:chgData name="Tommaso Romagnoli - tommaso.romagnoli2@studio.unibo.it" userId="767cf0ee-3d71-4525-a688-7dfd9e51b4e7" providerId="ADAL" clId="{08F7BF2D-5443-4814-8808-6EDD10EF70F3}" dt="2023-05-30T13:19:33.400" v="2" actId="700"/>
          <ac:spMkLst>
            <pc:docMk/>
            <pc:sldMk cId="2234971643" sldId="316"/>
            <ac:spMk id="9" creationId="{BF5D63DE-597D-CA33-B66A-6D48E1F6987C}"/>
          </ac:spMkLst>
        </pc:spChg>
        <pc:spChg chg="add mod ord">
          <ac:chgData name="Tommaso Romagnoli - tommaso.romagnoli2@studio.unibo.it" userId="767cf0ee-3d71-4525-a688-7dfd9e51b4e7" providerId="ADAL" clId="{08F7BF2D-5443-4814-8808-6EDD10EF70F3}" dt="2023-05-30T15:07:56.794" v="183" actId="403"/>
          <ac:spMkLst>
            <pc:docMk/>
            <pc:sldMk cId="2234971643" sldId="316"/>
            <ac:spMk id="10" creationId="{78B61DB5-B707-3B99-6459-15735E63B966}"/>
          </ac:spMkLst>
        </pc:spChg>
        <pc:spChg chg="add del mod ord">
          <ac:chgData name="Tommaso Romagnoli - tommaso.romagnoli2@studio.unibo.it" userId="767cf0ee-3d71-4525-a688-7dfd9e51b4e7" providerId="ADAL" clId="{08F7BF2D-5443-4814-8808-6EDD10EF70F3}" dt="2023-05-30T13:25:53.756" v="71"/>
          <ac:spMkLst>
            <pc:docMk/>
            <pc:sldMk cId="2234971643" sldId="316"/>
            <ac:spMk id="11" creationId="{80731F42-994D-12AC-2261-FEA882849110}"/>
          </ac:spMkLst>
        </pc:spChg>
        <pc:spChg chg="add mod ord">
          <ac:chgData name="Tommaso Romagnoli - tommaso.romagnoli2@studio.unibo.it" userId="767cf0ee-3d71-4525-a688-7dfd9e51b4e7" providerId="ADAL" clId="{08F7BF2D-5443-4814-8808-6EDD10EF70F3}" dt="2023-06-20T09:47:37.059" v="1086" actId="20577"/>
          <ac:spMkLst>
            <pc:docMk/>
            <pc:sldMk cId="2234971643" sldId="316"/>
            <ac:spMk id="12" creationId="{C991302A-6F0C-F6D1-60A5-E944537B384C}"/>
          </ac:spMkLst>
        </pc:spChg>
        <pc:spChg chg="add del mod">
          <ac:chgData name="Tommaso Romagnoli - tommaso.romagnoli2@studio.unibo.it" userId="767cf0ee-3d71-4525-a688-7dfd9e51b4e7" providerId="ADAL" clId="{08F7BF2D-5443-4814-8808-6EDD10EF70F3}" dt="2023-05-30T15:17:27.441" v="405" actId="478"/>
          <ac:spMkLst>
            <pc:docMk/>
            <pc:sldMk cId="2234971643" sldId="316"/>
            <ac:spMk id="15" creationId="{3A226E24-3155-65DA-C8C7-23750C8380CF}"/>
          </ac:spMkLst>
        </pc:spChg>
        <pc:picChg chg="add del mod ord">
          <ac:chgData name="Tommaso Romagnoli - tommaso.romagnoli2@studio.unibo.it" userId="767cf0ee-3d71-4525-a688-7dfd9e51b4e7" providerId="ADAL" clId="{08F7BF2D-5443-4814-8808-6EDD10EF70F3}" dt="2023-05-30T15:17:14.057" v="403" actId="478"/>
          <ac:picMkLst>
            <pc:docMk/>
            <pc:sldMk cId="2234971643" sldId="316"/>
            <ac:picMk id="1026" creationId="{961E660C-7634-F65E-9774-721285F1D4EA}"/>
          </ac:picMkLst>
        </pc:picChg>
        <pc:picChg chg="add mod">
          <ac:chgData name="Tommaso Romagnoli - tommaso.romagnoli2@studio.unibo.it" userId="767cf0ee-3d71-4525-a688-7dfd9e51b4e7" providerId="ADAL" clId="{08F7BF2D-5443-4814-8808-6EDD10EF70F3}" dt="2023-05-30T15:17:31.304" v="407" actId="1076"/>
          <ac:picMkLst>
            <pc:docMk/>
            <pc:sldMk cId="2234971643" sldId="316"/>
            <ac:picMk id="1028" creationId="{7B71168C-ECCE-2718-A174-8F863F2D0DD3}"/>
          </ac:picMkLst>
        </pc:picChg>
        <pc:inkChg chg="add">
          <ac:chgData name="Tommaso Romagnoli - tommaso.romagnoli2@studio.unibo.it" userId="767cf0ee-3d71-4525-a688-7dfd9e51b4e7" providerId="ADAL" clId="{08F7BF2D-5443-4814-8808-6EDD10EF70F3}" dt="2023-05-30T13:30:55.890" v="100" actId="9405"/>
          <ac:inkMkLst>
            <pc:docMk/>
            <pc:sldMk cId="2234971643" sldId="316"/>
            <ac:inkMk id="13" creationId="{59705E7C-62AE-786F-EB1A-996F5CB6D02C}"/>
          </ac:inkMkLst>
        </pc:inkChg>
        <pc:inkChg chg="add del">
          <ac:chgData name="Tommaso Romagnoli - tommaso.romagnoli2@studio.unibo.it" userId="767cf0ee-3d71-4525-a688-7dfd9e51b4e7" providerId="ADAL" clId="{08F7BF2D-5443-4814-8808-6EDD10EF70F3}" dt="2023-05-30T13:36:10.269" v="103" actId="9405"/>
          <ac:inkMkLst>
            <pc:docMk/>
            <pc:sldMk cId="2234971643" sldId="316"/>
            <ac:inkMk id="14" creationId="{CB3B15A7-B813-A397-C935-66DF540A9578}"/>
          </ac:inkMkLst>
        </pc:inkChg>
      </pc:sldChg>
      <pc:sldChg chg="addSp delSp modSp new mod ord modClrScheme chgLayout">
        <pc:chgData name="Tommaso Romagnoli - tommaso.romagnoli2@studio.unibo.it" userId="767cf0ee-3d71-4525-a688-7dfd9e51b4e7" providerId="ADAL" clId="{08F7BF2D-5443-4814-8808-6EDD10EF70F3}" dt="2023-06-01T09:56:08.807" v="759" actId="1076"/>
        <pc:sldMkLst>
          <pc:docMk/>
          <pc:sldMk cId="1949723717" sldId="317"/>
        </pc:sldMkLst>
        <pc:spChg chg="mod ord">
          <ac:chgData name="Tommaso Romagnoli - tommaso.romagnoli2@studio.unibo.it" userId="767cf0ee-3d71-4525-a688-7dfd9e51b4e7" providerId="ADAL" clId="{08F7BF2D-5443-4814-8808-6EDD10EF70F3}" dt="2023-05-30T13:29:11.984" v="89" actId="700"/>
          <ac:spMkLst>
            <pc:docMk/>
            <pc:sldMk cId="1949723717" sldId="317"/>
            <ac:spMk id="2" creationId="{87565D89-E4EC-5F4F-429D-0A76968C95F5}"/>
          </ac:spMkLst>
        </pc:spChg>
        <pc:spChg chg="del">
          <ac:chgData name="Tommaso Romagnoli - tommaso.romagnoli2@studio.unibo.it" userId="767cf0ee-3d71-4525-a688-7dfd9e51b4e7" providerId="ADAL" clId="{08F7BF2D-5443-4814-8808-6EDD10EF70F3}" dt="2023-05-30T13:23:21.620" v="64"/>
          <ac:spMkLst>
            <pc:docMk/>
            <pc:sldMk cId="1949723717" sldId="317"/>
            <ac:spMk id="3" creationId="{DCA8F32E-FE74-7B86-8E09-472CB3D213B2}"/>
          </ac:spMkLst>
        </pc:spChg>
        <pc:spChg chg="mod ord">
          <ac:chgData name="Tommaso Romagnoli - tommaso.romagnoli2@studio.unibo.it" userId="767cf0ee-3d71-4525-a688-7dfd9e51b4e7" providerId="ADAL" clId="{08F7BF2D-5443-4814-8808-6EDD10EF70F3}" dt="2023-05-30T13:29:11.984" v="89" actId="700"/>
          <ac:spMkLst>
            <pc:docMk/>
            <pc:sldMk cId="1949723717" sldId="317"/>
            <ac:spMk id="4" creationId="{F5CEB168-4C73-5CB2-D0C8-D3746663FEB2}"/>
          </ac:spMkLst>
        </pc:spChg>
        <pc:spChg chg="add mod ord">
          <ac:chgData name="Tommaso Romagnoli - tommaso.romagnoli2@studio.unibo.it" userId="767cf0ee-3d71-4525-a688-7dfd9e51b4e7" providerId="ADAL" clId="{08F7BF2D-5443-4814-8808-6EDD10EF70F3}" dt="2023-06-01T09:56:05.015" v="758" actId="1076"/>
          <ac:spMkLst>
            <pc:docMk/>
            <pc:sldMk cId="1949723717" sldId="317"/>
            <ac:spMk id="6" creationId="{F739DA81-1C3B-C8EB-C9AD-4FEE91C9AAB3}"/>
          </ac:spMkLst>
        </pc:spChg>
        <pc:grpChg chg="mod">
          <ac:chgData name="Tommaso Romagnoli - tommaso.romagnoli2@studio.unibo.it" userId="767cf0ee-3d71-4525-a688-7dfd9e51b4e7" providerId="ADAL" clId="{08F7BF2D-5443-4814-8808-6EDD10EF70F3}" dt="2023-05-30T13:30:40.432" v="99"/>
          <ac:grpSpMkLst>
            <pc:docMk/>
            <pc:sldMk cId="1949723717" sldId="317"/>
            <ac:grpSpMk id="10" creationId="{800A989A-2706-543F-F124-6D687D7B73F3}"/>
          </ac:grpSpMkLst>
        </pc:grpChg>
        <pc:picChg chg="add mod ord">
          <ac:chgData name="Tommaso Romagnoli - tommaso.romagnoli2@studio.unibo.it" userId="767cf0ee-3d71-4525-a688-7dfd9e51b4e7" providerId="ADAL" clId="{08F7BF2D-5443-4814-8808-6EDD10EF70F3}" dt="2023-06-01T09:56:08.807" v="759" actId="1076"/>
          <ac:picMkLst>
            <pc:docMk/>
            <pc:sldMk cId="1949723717" sldId="317"/>
            <ac:picMk id="5" creationId="{EB512E1D-900F-2AE4-7515-7DF44255115F}"/>
          </ac:picMkLst>
        </pc:picChg>
        <pc:inkChg chg="add">
          <ac:chgData name="Tommaso Romagnoli - tommaso.romagnoli2@studio.unibo.it" userId="767cf0ee-3d71-4525-a688-7dfd9e51b4e7" providerId="ADAL" clId="{08F7BF2D-5443-4814-8808-6EDD10EF70F3}" dt="2023-05-30T13:30:38.042" v="96" actId="9405"/>
          <ac:inkMkLst>
            <pc:docMk/>
            <pc:sldMk cId="1949723717" sldId="317"/>
            <ac:inkMk id="7" creationId="{6654C6B6-AC0A-5D9E-9D9B-F9F3DB43104A}"/>
          </ac:inkMkLst>
        </pc:inkChg>
        <pc:inkChg chg="add mod">
          <ac:chgData name="Tommaso Romagnoli - tommaso.romagnoli2@studio.unibo.it" userId="767cf0ee-3d71-4525-a688-7dfd9e51b4e7" providerId="ADAL" clId="{08F7BF2D-5443-4814-8808-6EDD10EF70F3}" dt="2023-05-30T13:30:40.432" v="99"/>
          <ac:inkMkLst>
            <pc:docMk/>
            <pc:sldMk cId="1949723717" sldId="317"/>
            <ac:inkMk id="8" creationId="{DA54BB30-3A32-F2DE-E8CD-76D534F4E48E}"/>
          </ac:inkMkLst>
        </pc:inkChg>
        <pc:inkChg chg="add mod">
          <ac:chgData name="Tommaso Romagnoli - tommaso.romagnoli2@studio.unibo.it" userId="767cf0ee-3d71-4525-a688-7dfd9e51b4e7" providerId="ADAL" clId="{08F7BF2D-5443-4814-8808-6EDD10EF70F3}" dt="2023-05-30T13:30:40.432" v="99"/>
          <ac:inkMkLst>
            <pc:docMk/>
            <pc:sldMk cId="1949723717" sldId="317"/>
            <ac:inkMk id="9" creationId="{6B816FDF-7C90-CC2D-63FF-9F43328BAC6F}"/>
          </ac:inkMkLst>
        </pc:inkChg>
      </pc:sldChg>
      <pc:sldChg chg="addSp delSp modSp mod modClrScheme chgLayout">
        <pc:chgData name="Tommaso Romagnoli - tommaso.romagnoli2@studio.unibo.it" userId="767cf0ee-3d71-4525-a688-7dfd9e51b4e7" providerId="ADAL" clId="{08F7BF2D-5443-4814-8808-6EDD10EF70F3}" dt="2023-06-01T10:04:27.803" v="983" actId="14100"/>
        <pc:sldMkLst>
          <pc:docMk/>
          <pc:sldMk cId="757650927" sldId="318"/>
        </pc:sldMkLst>
        <pc:spChg chg="mod ord">
          <ac:chgData name="Tommaso Romagnoli - tommaso.romagnoli2@studio.unibo.it" userId="767cf0ee-3d71-4525-a688-7dfd9e51b4e7" providerId="ADAL" clId="{08F7BF2D-5443-4814-8808-6EDD10EF70F3}" dt="2023-06-01T10:04:27.803" v="983" actId="14100"/>
          <ac:spMkLst>
            <pc:docMk/>
            <pc:sldMk cId="757650927" sldId="318"/>
            <ac:spMk id="2" creationId="{1F07FC34-7AB5-1BEE-7068-A1516D5917B3}"/>
          </ac:spMkLst>
        </pc:spChg>
        <pc:spChg chg="del">
          <ac:chgData name="Tommaso Romagnoli - tommaso.romagnoli2@studio.unibo.it" userId="767cf0ee-3d71-4525-a688-7dfd9e51b4e7" providerId="ADAL" clId="{08F7BF2D-5443-4814-8808-6EDD10EF70F3}" dt="2023-06-01T09:56:31.882" v="760"/>
          <ac:spMkLst>
            <pc:docMk/>
            <pc:sldMk cId="757650927" sldId="318"/>
            <ac:spMk id="3" creationId="{D6B3A1C4-3460-2F3F-6F8D-796724E20883}"/>
          </ac:spMkLst>
        </pc:spChg>
        <pc:spChg chg="mod ord">
          <ac:chgData name="Tommaso Romagnoli - tommaso.romagnoli2@studio.unibo.it" userId="767cf0ee-3d71-4525-a688-7dfd9e51b4e7" providerId="ADAL" clId="{08F7BF2D-5443-4814-8808-6EDD10EF70F3}" dt="2023-06-01T09:57:38.991" v="776" actId="700"/>
          <ac:spMkLst>
            <pc:docMk/>
            <pc:sldMk cId="757650927" sldId="318"/>
            <ac:spMk id="4" creationId="{54B4E42D-E306-79AD-A8B1-994B30A0E75E}"/>
          </ac:spMkLst>
        </pc:spChg>
        <pc:spChg chg="add mod ord">
          <ac:chgData name="Tommaso Romagnoli - tommaso.romagnoli2@studio.unibo.it" userId="767cf0ee-3d71-4525-a688-7dfd9e51b4e7" providerId="ADAL" clId="{08F7BF2D-5443-4814-8808-6EDD10EF70F3}" dt="2023-06-01T10:04:23.621" v="982" actId="1076"/>
          <ac:spMkLst>
            <pc:docMk/>
            <pc:sldMk cId="757650927" sldId="318"/>
            <ac:spMk id="6" creationId="{B5668248-B680-3C7C-73F5-E0FD226D998C}"/>
          </ac:spMkLst>
        </pc:spChg>
        <pc:picChg chg="add mod ord">
          <ac:chgData name="Tommaso Romagnoli - tommaso.romagnoli2@studio.unibo.it" userId="767cf0ee-3d71-4525-a688-7dfd9e51b4e7" providerId="ADAL" clId="{08F7BF2D-5443-4814-8808-6EDD10EF70F3}" dt="2023-06-01T10:04:18.854" v="981" actId="1076"/>
          <ac:picMkLst>
            <pc:docMk/>
            <pc:sldMk cId="757650927" sldId="318"/>
            <ac:picMk id="5" creationId="{BC1012D1-70B8-7D56-EB94-FAAD5CCD05EA}"/>
          </ac:picMkLst>
        </pc:picChg>
      </pc:sldChg>
      <pc:sldChg chg="addSp delSp modSp new mod">
        <pc:chgData name="Tommaso Romagnoli - tommaso.romagnoli2@studio.unibo.it" userId="767cf0ee-3d71-4525-a688-7dfd9e51b4e7" providerId="ADAL" clId="{08F7BF2D-5443-4814-8808-6EDD10EF70F3}" dt="2023-06-01T10:27:26.419" v="1062" actId="1076"/>
        <pc:sldMkLst>
          <pc:docMk/>
          <pc:sldMk cId="3058122911" sldId="319"/>
        </pc:sldMkLst>
        <pc:spChg chg="mod">
          <ac:chgData name="Tommaso Romagnoli - tommaso.romagnoli2@studio.unibo.it" userId="767cf0ee-3d71-4525-a688-7dfd9e51b4e7" providerId="ADAL" clId="{08F7BF2D-5443-4814-8808-6EDD10EF70F3}" dt="2023-05-30T14:17:24.268" v="108" actId="404"/>
          <ac:spMkLst>
            <pc:docMk/>
            <pc:sldMk cId="3058122911" sldId="319"/>
            <ac:spMk id="2" creationId="{21AEE92B-5D73-01E4-BCA3-EABA2345F20F}"/>
          </ac:spMkLst>
        </pc:spChg>
        <pc:spChg chg="mod">
          <ac:chgData name="Tommaso Romagnoli - tommaso.romagnoli2@studio.unibo.it" userId="767cf0ee-3d71-4525-a688-7dfd9e51b4e7" providerId="ADAL" clId="{08F7BF2D-5443-4814-8808-6EDD10EF70F3}" dt="2023-06-01T10:27:26.419" v="1062" actId="1076"/>
          <ac:spMkLst>
            <pc:docMk/>
            <pc:sldMk cId="3058122911" sldId="319"/>
            <ac:spMk id="3" creationId="{210E5DDD-7690-8031-421B-04961C6AD038}"/>
          </ac:spMkLst>
        </pc:spChg>
        <pc:spChg chg="del">
          <ac:chgData name="Tommaso Romagnoli - tommaso.romagnoli2@studio.unibo.it" userId="767cf0ee-3d71-4525-a688-7dfd9e51b4e7" providerId="ADAL" clId="{08F7BF2D-5443-4814-8808-6EDD10EF70F3}" dt="2023-05-30T14:17:56.074" v="109"/>
          <ac:spMkLst>
            <pc:docMk/>
            <pc:sldMk cId="3058122911" sldId="319"/>
            <ac:spMk id="4" creationId="{B0CF0957-39C9-1361-FB36-F1539CFC83A7}"/>
          </ac:spMkLst>
        </pc:spChg>
        <pc:picChg chg="add mod">
          <ac:chgData name="Tommaso Romagnoli - tommaso.romagnoli2@studio.unibo.it" userId="767cf0ee-3d71-4525-a688-7dfd9e51b4e7" providerId="ADAL" clId="{08F7BF2D-5443-4814-8808-6EDD10EF70F3}" dt="2023-06-01T10:27:20.851" v="1061" actId="1076"/>
          <ac:picMkLst>
            <pc:docMk/>
            <pc:sldMk cId="3058122911" sldId="319"/>
            <ac:picMk id="5" creationId="{696DB6E4-521B-48E4-BCB9-B7F617AE1394}"/>
          </ac:picMkLst>
        </pc:picChg>
      </pc:sldChg>
      <pc:sldChg chg="addSp delSp modSp new mod">
        <pc:chgData name="Tommaso Romagnoli - tommaso.romagnoli2@studio.unibo.it" userId="767cf0ee-3d71-4525-a688-7dfd9e51b4e7" providerId="ADAL" clId="{08F7BF2D-5443-4814-8808-6EDD10EF70F3}" dt="2023-06-01T10:13:07.491" v="989" actId="20577"/>
        <pc:sldMkLst>
          <pc:docMk/>
          <pc:sldMk cId="474178785" sldId="320"/>
        </pc:sldMkLst>
        <pc:spChg chg="mod">
          <ac:chgData name="Tommaso Romagnoli - tommaso.romagnoli2@studio.unibo.it" userId="767cf0ee-3d71-4525-a688-7dfd9e51b4e7" providerId="ADAL" clId="{08F7BF2D-5443-4814-8808-6EDD10EF70F3}" dt="2023-05-30T14:21:37.279" v="137" actId="403"/>
          <ac:spMkLst>
            <pc:docMk/>
            <pc:sldMk cId="474178785" sldId="320"/>
            <ac:spMk id="2" creationId="{04243A57-AA9D-98F8-1033-2F8D6DB86676}"/>
          </ac:spMkLst>
        </pc:spChg>
        <pc:spChg chg="del">
          <ac:chgData name="Tommaso Romagnoli - tommaso.romagnoli2@studio.unibo.it" userId="767cf0ee-3d71-4525-a688-7dfd9e51b4e7" providerId="ADAL" clId="{08F7BF2D-5443-4814-8808-6EDD10EF70F3}" dt="2023-05-30T14:24:56.614" v="138"/>
          <ac:spMkLst>
            <pc:docMk/>
            <pc:sldMk cId="474178785" sldId="320"/>
            <ac:spMk id="3" creationId="{0B814513-2F37-1FD0-B806-91AB876B3412}"/>
          </ac:spMkLst>
        </pc:spChg>
        <pc:spChg chg="mod">
          <ac:chgData name="Tommaso Romagnoli - tommaso.romagnoli2@studio.unibo.it" userId="767cf0ee-3d71-4525-a688-7dfd9e51b4e7" providerId="ADAL" clId="{08F7BF2D-5443-4814-8808-6EDD10EF70F3}" dt="2023-06-01T10:13:07.491" v="989" actId="20577"/>
          <ac:spMkLst>
            <pc:docMk/>
            <pc:sldMk cId="474178785" sldId="320"/>
            <ac:spMk id="4" creationId="{F82A036E-37FE-CB6E-2D27-ECD33CC349C9}"/>
          </ac:spMkLst>
        </pc:spChg>
        <pc:picChg chg="add mod">
          <ac:chgData name="Tommaso Romagnoli - tommaso.romagnoli2@studio.unibo.it" userId="767cf0ee-3d71-4525-a688-7dfd9e51b4e7" providerId="ADAL" clId="{08F7BF2D-5443-4814-8808-6EDD10EF70F3}" dt="2023-06-01T09:48:42.531" v="519" actId="1076"/>
          <ac:picMkLst>
            <pc:docMk/>
            <pc:sldMk cId="474178785" sldId="320"/>
            <ac:picMk id="2050" creationId="{EBA7E3EF-88C4-76F9-B4F7-28679EB2893A}"/>
          </ac:picMkLst>
        </pc:picChg>
      </pc:sldChg>
      <pc:sldChg chg="addSp delSp modSp mod">
        <pc:chgData name="Tommaso Romagnoli - tommaso.romagnoli2@studio.unibo.it" userId="767cf0ee-3d71-4525-a688-7dfd9e51b4e7" providerId="ADAL" clId="{08F7BF2D-5443-4814-8808-6EDD10EF70F3}" dt="2023-05-30T14:31:42.061" v="141" actId="478"/>
        <pc:sldMkLst>
          <pc:docMk/>
          <pc:sldMk cId="4174990430" sldId="321"/>
        </pc:sldMkLst>
        <pc:picChg chg="add del mod">
          <ac:chgData name="Tommaso Romagnoli - tommaso.romagnoli2@studio.unibo.it" userId="767cf0ee-3d71-4525-a688-7dfd9e51b4e7" providerId="ADAL" clId="{08F7BF2D-5443-4814-8808-6EDD10EF70F3}" dt="2023-05-30T14:31:42.061" v="141" actId="478"/>
          <ac:picMkLst>
            <pc:docMk/>
            <pc:sldMk cId="4174990430" sldId="321"/>
            <ac:picMk id="104" creationId="{5AA0F1E2-5421-2B00-7867-77DBB5B1C79D}"/>
          </ac:picMkLst>
        </pc:picChg>
      </pc:sldChg>
      <pc:sldChg chg="delSp mod">
        <pc:chgData name="Tommaso Romagnoli - tommaso.romagnoli2@studio.unibo.it" userId="767cf0ee-3d71-4525-a688-7dfd9e51b4e7" providerId="ADAL" clId="{08F7BF2D-5443-4814-8808-6EDD10EF70F3}" dt="2023-06-21T14:23:17.038" v="1094" actId="478"/>
        <pc:sldMkLst>
          <pc:docMk/>
          <pc:sldMk cId="2832534943" sldId="322"/>
        </pc:sldMkLst>
        <pc:spChg chg="del">
          <ac:chgData name="Tommaso Romagnoli - tommaso.romagnoli2@studio.unibo.it" userId="767cf0ee-3d71-4525-a688-7dfd9e51b4e7" providerId="ADAL" clId="{08F7BF2D-5443-4814-8808-6EDD10EF70F3}" dt="2023-06-21T14:23:17.038" v="1094" actId="478"/>
          <ac:spMkLst>
            <pc:docMk/>
            <pc:sldMk cId="2832534943" sldId="322"/>
            <ac:spMk id="5" creationId="{6C735C88-25FE-E8F6-10CC-7AEFD655C9E6}"/>
          </ac:spMkLst>
        </pc:spChg>
      </pc:sldChg>
      <pc:sldChg chg="addSp delSp modSp mod">
        <pc:chgData name="Tommaso Romagnoli - tommaso.romagnoli2@studio.unibo.it" userId="767cf0ee-3d71-4525-a688-7dfd9e51b4e7" providerId="ADAL" clId="{08F7BF2D-5443-4814-8808-6EDD10EF70F3}" dt="2023-05-30T14:50:36.478" v="146"/>
        <pc:sldMkLst>
          <pc:docMk/>
          <pc:sldMk cId="1635049070" sldId="323"/>
        </pc:sldMkLst>
        <pc:spChg chg="del">
          <ac:chgData name="Tommaso Romagnoli - tommaso.romagnoli2@studio.unibo.it" userId="767cf0ee-3d71-4525-a688-7dfd9e51b4e7" providerId="ADAL" clId="{08F7BF2D-5443-4814-8808-6EDD10EF70F3}" dt="2023-05-30T14:46:21.530" v="142"/>
          <ac:spMkLst>
            <pc:docMk/>
            <pc:sldMk cId="1635049070" sldId="323"/>
            <ac:spMk id="3" creationId="{57DADB88-85C1-6D5B-D654-8D058951B3D0}"/>
          </ac:spMkLst>
        </pc:spChg>
        <pc:spChg chg="add mod">
          <ac:chgData name="Tommaso Romagnoli - tommaso.romagnoli2@studio.unibo.it" userId="767cf0ee-3d71-4525-a688-7dfd9e51b4e7" providerId="ADAL" clId="{08F7BF2D-5443-4814-8808-6EDD10EF70F3}" dt="2023-05-30T14:48:05.491" v="144" actId="478"/>
          <ac:spMkLst>
            <pc:docMk/>
            <pc:sldMk cId="1635049070" sldId="323"/>
            <ac:spMk id="19" creationId="{C1F7C635-A995-A02D-52FA-454F67A2BB7A}"/>
          </ac:spMkLst>
        </pc:spChg>
        <pc:spChg chg="del">
          <ac:chgData name="Tommaso Romagnoli - tommaso.romagnoli2@studio.unibo.it" userId="767cf0ee-3d71-4525-a688-7dfd9e51b4e7" providerId="ADAL" clId="{08F7BF2D-5443-4814-8808-6EDD10EF70F3}" dt="2023-05-30T14:50:06.259" v="145" actId="22"/>
          <ac:spMkLst>
            <pc:docMk/>
            <pc:sldMk cId="1635049070" sldId="323"/>
            <ac:spMk id="25" creationId="{750EB99E-5F41-1CEF-8A3E-2F17DAE1AD9B}"/>
          </ac:spMkLst>
        </pc:spChg>
        <pc:picChg chg="add mod ord">
          <ac:chgData name="Tommaso Romagnoli - tommaso.romagnoli2@studio.unibo.it" userId="767cf0ee-3d71-4525-a688-7dfd9e51b4e7" providerId="ADAL" clId="{08F7BF2D-5443-4814-8808-6EDD10EF70F3}" dt="2023-05-30T14:50:36.478" v="146"/>
          <ac:picMkLst>
            <pc:docMk/>
            <pc:sldMk cId="1635049070" sldId="323"/>
            <ac:picMk id="24" creationId="{211AB3CF-3BA4-6EDC-D34B-C740DE894822}"/>
          </ac:picMkLst>
        </pc:picChg>
        <pc:picChg chg="add del mod">
          <ac:chgData name="Tommaso Romagnoli - tommaso.romagnoli2@studio.unibo.it" userId="767cf0ee-3d71-4525-a688-7dfd9e51b4e7" providerId="ADAL" clId="{08F7BF2D-5443-4814-8808-6EDD10EF70F3}" dt="2023-05-30T14:48:05.491" v="144" actId="478"/>
          <ac:picMkLst>
            <pc:docMk/>
            <pc:sldMk cId="1635049070" sldId="323"/>
            <ac:picMk id="3074" creationId="{3D1F8065-43B8-B3C4-B23B-D962E9A06806}"/>
          </ac:picMkLst>
        </pc:picChg>
      </pc:sldChg>
      <pc:sldChg chg="delSp modSp new mod">
        <pc:chgData name="Tommaso Romagnoli - tommaso.romagnoli2@studio.unibo.it" userId="767cf0ee-3d71-4525-a688-7dfd9e51b4e7" providerId="ADAL" clId="{08F7BF2D-5443-4814-8808-6EDD10EF70F3}" dt="2023-06-21T14:23:41.376" v="1096" actId="478"/>
        <pc:sldMkLst>
          <pc:docMk/>
          <pc:sldMk cId="4122495547" sldId="325"/>
        </pc:sldMkLst>
        <pc:spChg chg="mod">
          <ac:chgData name="Tommaso Romagnoli - tommaso.romagnoli2@studio.unibo.it" userId="767cf0ee-3d71-4525-a688-7dfd9e51b4e7" providerId="ADAL" clId="{08F7BF2D-5443-4814-8808-6EDD10EF70F3}" dt="2023-05-30T14:56:15.318" v="182" actId="20577"/>
          <ac:spMkLst>
            <pc:docMk/>
            <pc:sldMk cId="4122495547" sldId="325"/>
            <ac:spMk id="2" creationId="{D4F131B1-6C9D-93F9-549D-1736C45D9838}"/>
          </ac:spMkLst>
        </pc:spChg>
        <pc:spChg chg="mod">
          <ac:chgData name="Tommaso Romagnoli - tommaso.romagnoli2@studio.unibo.it" userId="767cf0ee-3d71-4525-a688-7dfd9e51b4e7" providerId="ADAL" clId="{08F7BF2D-5443-4814-8808-6EDD10EF70F3}" dt="2023-06-01T10:05:59.654" v="985" actId="20577"/>
          <ac:spMkLst>
            <pc:docMk/>
            <pc:sldMk cId="4122495547" sldId="325"/>
            <ac:spMk id="3" creationId="{A83097F0-9847-CC25-BE5F-67F0D9885B75}"/>
          </ac:spMkLst>
        </pc:spChg>
        <pc:spChg chg="del">
          <ac:chgData name="Tommaso Romagnoli - tommaso.romagnoli2@studio.unibo.it" userId="767cf0ee-3d71-4525-a688-7dfd9e51b4e7" providerId="ADAL" clId="{08F7BF2D-5443-4814-8808-6EDD10EF70F3}" dt="2023-06-21T14:23:41.376" v="1096" actId="478"/>
          <ac:spMkLst>
            <pc:docMk/>
            <pc:sldMk cId="4122495547" sldId="325"/>
            <ac:spMk id="40" creationId="{D0CB9168-90D1-BD5E-6686-5ED0B236E2AA}"/>
          </ac:spMkLst>
        </pc:spChg>
        <pc:spChg chg="del mod">
          <ac:chgData name="Tommaso Romagnoli - tommaso.romagnoli2@studio.unibo.it" userId="767cf0ee-3d71-4525-a688-7dfd9e51b4e7" providerId="ADAL" clId="{08F7BF2D-5443-4814-8808-6EDD10EF70F3}" dt="2023-06-20T09:55:12.696" v="1088" actId="478"/>
          <ac:spMkLst>
            <pc:docMk/>
            <pc:sldMk cId="4122495547" sldId="325"/>
            <ac:spMk id="41" creationId="{AA2D859B-ACE0-25A3-47F2-42806D418063}"/>
          </ac:spMkLst>
        </pc:spChg>
      </pc:sldChg>
    </pc:docChg>
  </pc:docChgLst>
  <pc:docChgLst>
    <pc:chgData name="Edoardo Pierdiluca - edoardo.pierdiluca@studio.unibo.it" userId="2198b7f2-c8c8-457e-ae08-d188ecd8dbd9" providerId="ADAL" clId="{811C1F32-3D0A-402A-A8C0-90B64E3DD402}"/>
    <pc:docChg chg="undo custSel addSld modSld sldOrd">
      <pc:chgData name="Edoardo Pierdiluca - edoardo.pierdiluca@studio.unibo.it" userId="2198b7f2-c8c8-457e-ae08-d188ecd8dbd9" providerId="ADAL" clId="{811C1F32-3D0A-402A-A8C0-90B64E3DD402}" dt="2023-05-30T15:13:42.394" v="1003"/>
      <pc:docMkLst>
        <pc:docMk/>
      </pc:docMkLst>
      <pc:sldChg chg="addSp delSp mod">
        <pc:chgData name="Edoardo Pierdiluca - edoardo.pierdiluca@studio.unibo.it" userId="2198b7f2-c8c8-457e-ae08-d188ecd8dbd9" providerId="ADAL" clId="{811C1F32-3D0A-402A-A8C0-90B64E3DD402}" dt="2023-05-30T14:41:18.175" v="305" actId="9405"/>
        <pc:sldMkLst>
          <pc:docMk/>
          <pc:sldMk cId="1949723717" sldId="317"/>
        </pc:sldMkLst>
        <pc:inkChg chg="add del">
          <ac:chgData name="Edoardo Pierdiluca - edoardo.pierdiluca@studio.unibo.it" userId="2198b7f2-c8c8-457e-ae08-d188ecd8dbd9" providerId="ADAL" clId="{811C1F32-3D0A-402A-A8C0-90B64E3DD402}" dt="2023-05-30T14:38:38.004" v="301" actId="9405"/>
          <ac:inkMkLst>
            <pc:docMk/>
            <pc:sldMk cId="1949723717" sldId="317"/>
            <ac:inkMk id="3" creationId="{493F851A-4C44-417A-AD55-97AC65E3C106}"/>
          </ac:inkMkLst>
        </pc:inkChg>
        <pc:inkChg chg="add del">
          <ac:chgData name="Edoardo Pierdiluca - edoardo.pierdiluca@studio.unibo.it" userId="2198b7f2-c8c8-457e-ae08-d188ecd8dbd9" providerId="ADAL" clId="{811C1F32-3D0A-402A-A8C0-90B64E3DD402}" dt="2023-05-30T14:39:03.521" v="303" actId="9405"/>
          <ac:inkMkLst>
            <pc:docMk/>
            <pc:sldMk cId="1949723717" sldId="317"/>
            <ac:inkMk id="11" creationId="{4AC77588-EC87-98FB-2BD8-6D91C60C706D}"/>
          </ac:inkMkLst>
        </pc:inkChg>
        <pc:inkChg chg="add del">
          <ac:chgData name="Edoardo Pierdiluca - edoardo.pierdiluca@studio.unibo.it" userId="2198b7f2-c8c8-457e-ae08-d188ecd8dbd9" providerId="ADAL" clId="{811C1F32-3D0A-402A-A8C0-90B64E3DD402}" dt="2023-05-30T14:41:18.175" v="305" actId="9405"/>
          <ac:inkMkLst>
            <pc:docMk/>
            <pc:sldMk cId="1949723717" sldId="317"/>
            <ac:inkMk id="12" creationId="{6D450899-5309-8E8D-E34B-336C626CC52D}"/>
          </ac:inkMkLst>
        </pc:inkChg>
      </pc:sldChg>
      <pc:sldChg chg="addSp delSp modSp mod ord">
        <pc:chgData name="Edoardo Pierdiluca - edoardo.pierdiluca@studio.unibo.it" userId="2198b7f2-c8c8-457e-ae08-d188ecd8dbd9" providerId="ADAL" clId="{811C1F32-3D0A-402A-A8C0-90B64E3DD402}" dt="2023-05-30T15:13:42.394" v="1003"/>
        <pc:sldMkLst>
          <pc:docMk/>
          <pc:sldMk cId="4174990430" sldId="321"/>
        </pc:sldMkLst>
        <pc:spChg chg="add del mod">
          <ac:chgData name="Edoardo Pierdiluca - edoardo.pierdiluca@studio.unibo.it" userId="2198b7f2-c8c8-457e-ae08-d188ecd8dbd9" providerId="ADAL" clId="{811C1F32-3D0A-402A-A8C0-90B64E3DD402}" dt="2023-05-30T14:56:44.622" v="420" actId="478"/>
          <ac:spMkLst>
            <pc:docMk/>
            <pc:sldMk cId="4174990430" sldId="321"/>
            <ac:spMk id="3" creationId="{31A87C90-31C7-AFC8-170F-1D092FC77E41}"/>
          </ac:spMkLst>
        </pc:spChg>
        <pc:spChg chg="del mod">
          <ac:chgData name="Edoardo Pierdiluca - edoardo.pierdiluca@studio.unibo.it" userId="2198b7f2-c8c8-457e-ae08-d188ecd8dbd9" providerId="ADAL" clId="{811C1F32-3D0A-402A-A8C0-90B64E3DD402}" dt="2023-05-30T14:56:43.853" v="418" actId="478"/>
          <ac:spMkLst>
            <pc:docMk/>
            <pc:sldMk cId="4174990430" sldId="321"/>
            <ac:spMk id="5" creationId="{AA73C2B1-4D94-CD8B-68CE-30359D4FB255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4:56:43.425" v="417" actId="478"/>
          <ac:spMkLst>
            <pc:docMk/>
            <pc:sldMk cId="4174990430" sldId="321"/>
            <ac:spMk id="6" creationId="{B8AB593C-30A5-D684-F075-259330918484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4:56:21.836" v="391" actId="478"/>
          <ac:spMkLst>
            <pc:docMk/>
            <pc:sldMk cId="4174990430" sldId="321"/>
            <ac:spMk id="7" creationId="{0DC31FEF-9BD6-417E-D61A-6167ECF9E815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29.839" v="396" actId="478"/>
          <ac:spMkLst>
            <pc:docMk/>
            <pc:sldMk cId="4174990430" sldId="321"/>
            <ac:spMk id="14" creationId="{E0B19385-8B00-0964-6A17-F58E18CE9219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29.102" v="395" actId="478"/>
          <ac:spMkLst>
            <pc:docMk/>
            <pc:sldMk cId="4174990430" sldId="321"/>
            <ac:spMk id="15" creationId="{88CFBAFD-8BE9-34B2-3793-90352A9B82EE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28.626" v="394" actId="478"/>
          <ac:spMkLst>
            <pc:docMk/>
            <pc:sldMk cId="4174990430" sldId="321"/>
            <ac:spMk id="16" creationId="{2EF55267-BB38-FBD7-AA3F-463626681D57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19.595" v="388" actId="478"/>
          <ac:spMkLst>
            <pc:docMk/>
            <pc:sldMk cId="4174990430" sldId="321"/>
            <ac:spMk id="17" creationId="{A8C14638-33C1-C132-9019-A2C6AC6E7B69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19.595" v="388" actId="478"/>
          <ac:spMkLst>
            <pc:docMk/>
            <pc:sldMk cId="4174990430" sldId="321"/>
            <ac:spMk id="18" creationId="{F4E0B6D1-8E08-14FD-2C6D-9AE54CC50124}"/>
          </ac:spMkLst>
        </pc:spChg>
        <pc:spChg chg="del mod">
          <ac:chgData name="Edoardo Pierdiluca - edoardo.pierdiluca@studio.unibo.it" userId="2198b7f2-c8c8-457e-ae08-d188ecd8dbd9" providerId="ADAL" clId="{811C1F32-3D0A-402A-A8C0-90B64E3DD402}" dt="2023-05-30T14:56:19.595" v="388" actId="478"/>
          <ac:spMkLst>
            <pc:docMk/>
            <pc:sldMk cId="4174990430" sldId="321"/>
            <ac:spMk id="19" creationId="{85ACF3B6-88FE-4841-528C-137B4070F245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45.645" v="422" actId="478"/>
          <ac:spMkLst>
            <pc:docMk/>
            <pc:sldMk cId="4174990430" sldId="321"/>
            <ac:spMk id="20" creationId="{5FC3E3FF-2883-AD42-649C-E33DB5598FBE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44.232" v="419" actId="478"/>
          <ac:spMkLst>
            <pc:docMk/>
            <pc:sldMk cId="4174990430" sldId="321"/>
            <ac:spMk id="21" creationId="{DCC36C27-7FEA-D90C-BCD8-69AD962009DF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42.975" v="416" actId="478"/>
          <ac:spMkLst>
            <pc:docMk/>
            <pc:sldMk cId="4174990430" sldId="321"/>
            <ac:spMk id="22" creationId="{0BAB5E82-62A4-AD8F-C6E0-85269DF5031B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50.490" v="430" actId="478"/>
          <ac:spMkLst>
            <pc:docMk/>
            <pc:sldMk cId="4174990430" sldId="321"/>
            <ac:spMk id="23" creationId="{1ACB1E57-3711-A9DE-F3BB-33F697BFAA5E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41.276" v="415" actId="478"/>
          <ac:spMkLst>
            <pc:docMk/>
            <pc:sldMk cId="4174990430" sldId="321"/>
            <ac:spMk id="24" creationId="{45D2B902-A8EF-2444-E9B0-918667911FE4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45.126" v="421" actId="478"/>
          <ac:spMkLst>
            <pc:docMk/>
            <pc:sldMk cId="4174990430" sldId="321"/>
            <ac:spMk id="25" creationId="{0B8874F7-D4DA-6019-B784-297A6EE1BE6C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37.690" v="412" actId="478"/>
          <ac:spMkLst>
            <pc:docMk/>
            <pc:sldMk cId="4174990430" sldId="321"/>
            <ac:spMk id="41" creationId="{EC83EE77-6DCF-E9AD-F13C-E0553523DED9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36.320" v="408" actId="478"/>
          <ac:spMkLst>
            <pc:docMk/>
            <pc:sldMk cId="4174990430" sldId="321"/>
            <ac:spMk id="44" creationId="{DF7329C6-8432-6587-2C61-E072B0595C09}"/>
          </ac:spMkLst>
        </pc:spChg>
        <pc:spChg chg="del mod">
          <ac:chgData name="Edoardo Pierdiluca - edoardo.pierdiluca@studio.unibo.it" userId="2198b7f2-c8c8-457e-ae08-d188ecd8dbd9" providerId="ADAL" clId="{811C1F32-3D0A-402A-A8C0-90B64E3DD402}" dt="2023-05-30T14:56:36.862" v="410" actId="478"/>
          <ac:spMkLst>
            <pc:docMk/>
            <pc:sldMk cId="4174990430" sldId="321"/>
            <ac:spMk id="45" creationId="{ED4C28BA-6DDB-D0BB-012A-E9BED43DA9A0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34.012" v="404" actId="478"/>
          <ac:spMkLst>
            <pc:docMk/>
            <pc:sldMk cId="4174990430" sldId="321"/>
            <ac:spMk id="47" creationId="{EFAA9DD8-DA97-1873-63EF-C84FC65D051A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33.419" v="403" actId="478"/>
          <ac:spMkLst>
            <pc:docMk/>
            <pc:sldMk cId="4174990430" sldId="321"/>
            <ac:spMk id="48" creationId="{05DCCD5E-398E-AA48-D04C-A650F5157B9F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37.289" v="411" actId="478"/>
          <ac:spMkLst>
            <pc:docMk/>
            <pc:sldMk cId="4174990430" sldId="321"/>
            <ac:spMk id="49" creationId="{E754D234-FED8-3671-349D-E363D1DBFC31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35.802" v="407" actId="478"/>
          <ac:spMkLst>
            <pc:docMk/>
            <pc:sldMk cId="4174990430" sldId="321"/>
            <ac:spMk id="50" creationId="{52A55B25-76AF-82FA-BE27-A023FD13ED31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33.143" v="402" actId="478"/>
          <ac:spMkLst>
            <pc:docMk/>
            <pc:sldMk cId="4174990430" sldId="321"/>
            <ac:spMk id="51" creationId="{3C510703-4090-76EB-2F17-FD808B0ABA8E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30.902" v="397" actId="478"/>
          <ac:spMkLst>
            <pc:docMk/>
            <pc:sldMk cId="4174990430" sldId="321"/>
            <ac:spMk id="52" creationId="{3366F765-9123-C02F-C959-C495EB2F23A2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35.327" v="406" actId="478"/>
          <ac:spMkLst>
            <pc:docMk/>
            <pc:sldMk cId="4174990430" sldId="321"/>
            <ac:spMk id="53" creationId="{78470E1A-67B1-EB5A-CD1A-6CD57893018F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32.119" v="400" actId="478"/>
          <ac:spMkLst>
            <pc:docMk/>
            <pc:sldMk cId="4174990430" sldId="321"/>
            <ac:spMk id="54" creationId="{8500D409-BA66-60E2-F8B1-8CA4A8792511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32.682" v="401" actId="478"/>
          <ac:spMkLst>
            <pc:docMk/>
            <pc:sldMk cId="4174990430" sldId="321"/>
            <ac:spMk id="55" creationId="{243E2CEE-91F0-03EB-2E0D-F3AA0BA24D9B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34.391" v="405" actId="478"/>
          <ac:spMkLst>
            <pc:docMk/>
            <pc:sldMk cId="4174990430" sldId="321"/>
            <ac:spMk id="57" creationId="{0EB1BD2D-5CE2-E434-41D1-60D38009EAB7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31.227" v="398" actId="478"/>
          <ac:spMkLst>
            <pc:docMk/>
            <pc:sldMk cId="4174990430" sldId="321"/>
            <ac:spMk id="58" creationId="{7EA124E2-D504-479B-270D-C1CA60308461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31.729" v="399" actId="478"/>
          <ac:spMkLst>
            <pc:docMk/>
            <pc:sldMk cId="4174990430" sldId="321"/>
            <ac:spMk id="61" creationId="{F25D8B23-F9FB-ECF6-52A0-71B2061B698C}"/>
          </ac:spMkLst>
        </pc:spChg>
        <pc:spChg chg="del mod">
          <ac:chgData name="Edoardo Pierdiluca - edoardo.pierdiluca@studio.unibo.it" userId="2198b7f2-c8c8-457e-ae08-d188ecd8dbd9" providerId="ADAL" clId="{811C1F32-3D0A-402A-A8C0-90B64E3DD402}" dt="2023-05-30T14:56:21.069" v="390" actId="478"/>
          <ac:spMkLst>
            <pc:docMk/>
            <pc:sldMk cId="4174990430" sldId="321"/>
            <ac:spMk id="104" creationId="{E160755D-64EB-C1A1-7B7F-C6A173410DC0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18.535" v="387" actId="478"/>
          <ac:spMkLst>
            <pc:docMk/>
            <pc:sldMk cId="4174990430" sldId="321"/>
            <ac:spMk id="105" creationId="{9006BDFA-63C6-F60B-FA1E-46B7DB215B1C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18.535" v="387" actId="478"/>
          <ac:spMkLst>
            <pc:docMk/>
            <pc:sldMk cId="4174990430" sldId="321"/>
            <ac:spMk id="106" creationId="{4C1EDC5C-32FF-BA4A-117D-60A956ED8034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18.535" v="387" actId="478"/>
          <ac:spMkLst>
            <pc:docMk/>
            <pc:sldMk cId="4174990430" sldId="321"/>
            <ac:spMk id="107" creationId="{1038940D-48B5-CEF1-27BD-A861AEF6F305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18.535" v="387" actId="478"/>
          <ac:spMkLst>
            <pc:docMk/>
            <pc:sldMk cId="4174990430" sldId="321"/>
            <ac:spMk id="108" creationId="{CE149EFD-1DF3-0D55-930E-905EC38E35D3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18.535" v="387" actId="478"/>
          <ac:spMkLst>
            <pc:docMk/>
            <pc:sldMk cId="4174990430" sldId="321"/>
            <ac:spMk id="109" creationId="{3A231367-6E75-665E-4F51-A51883DC5D57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18.535" v="387" actId="478"/>
          <ac:spMkLst>
            <pc:docMk/>
            <pc:sldMk cId="4174990430" sldId="321"/>
            <ac:spMk id="110" creationId="{2EF286DD-0940-9C7E-C134-497813A8BEBF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18.535" v="387" actId="478"/>
          <ac:spMkLst>
            <pc:docMk/>
            <pc:sldMk cId="4174990430" sldId="321"/>
            <ac:spMk id="111" creationId="{F7347738-FCB6-D3E8-C1DC-3F43C7558A71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18.535" v="387" actId="478"/>
          <ac:spMkLst>
            <pc:docMk/>
            <pc:sldMk cId="4174990430" sldId="321"/>
            <ac:spMk id="112" creationId="{5C6AD9E2-9F6D-774D-E73B-2921BBAADDD3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18.535" v="387" actId="478"/>
          <ac:spMkLst>
            <pc:docMk/>
            <pc:sldMk cId="4174990430" sldId="321"/>
            <ac:spMk id="113" creationId="{232DB303-373B-8119-4CAE-72AA67155C58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18.535" v="387" actId="478"/>
          <ac:spMkLst>
            <pc:docMk/>
            <pc:sldMk cId="4174990430" sldId="321"/>
            <ac:spMk id="114" creationId="{4C84F668-978D-6136-E283-0FE7F716AEEF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18.535" v="387" actId="478"/>
          <ac:spMkLst>
            <pc:docMk/>
            <pc:sldMk cId="4174990430" sldId="321"/>
            <ac:spMk id="115" creationId="{0E38D684-2D35-A42F-DC52-A639C724314A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18.535" v="387" actId="478"/>
          <ac:spMkLst>
            <pc:docMk/>
            <pc:sldMk cId="4174990430" sldId="321"/>
            <ac:spMk id="116" creationId="{35C62CC4-3EFE-08AD-253B-813B9A482646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49.812" v="429" actId="478"/>
          <ac:spMkLst>
            <pc:docMk/>
            <pc:sldMk cId="4174990430" sldId="321"/>
            <ac:spMk id="117" creationId="{C4B3EE4E-963A-D2FC-F260-6D48903CB64B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23.522" v="393" actId="478"/>
          <ac:spMkLst>
            <pc:docMk/>
            <pc:sldMk cId="4174990430" sldId="321"/>
            <ac:spMk id="118" creationId="{B95B0E94-10D2-00C6-D5D4-47C4B65B678B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47.681" v="426" actId="478"/>
          <ac:spMkLst>
            <pc:docMk/>
            <pc:sldMk cId="4174990430" sldId="321"/>
            <ac:spMk id="119" creationId="{9EF2B66B-2C11-B676-2BDD-7EF0E1C2A9C7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47.202" v="425" actId="478"/>
          <ac:spMkLst>
            <pc:docMk/>
            <pc:sldMk cId="4174990430" sldId="321"/>
            <ac:spMk id="120" creationId="{7BA1CFAD-9C48-A7BC-D6B1-CF6BBDD34374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48.447" v="427" actId="478"/>
          <ac:spMkLst>
            <pc:docMk/>
            <pc:sldMk cId="4174990430" sldId="321"/>
            <ac:spMk id="121" creationId="{1B21E313-DC2F-111A-A236-904D3279FD2B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49.001" v="428" actId="478"/>
          <ac:spMkLst>
            <pc:docMk/>
            <pc:sldMk cId="4174990430" sldId="321"/>
            <ac:spMk id="122" creationId="{42FE0F4C-0523-4857-D6DC-61B61FB1302D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46.181" v="423" actId="478"/>
          <ac:spMkLst>
            <pc:docMk/>
            <pc:sldMk cId="4174990430" sldId="321"/>
            <ac:spMk id="123" creationId="{70B4DE2C-A7EC-20BA-EC0B-38714E9E8069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22.835" v="392" actId="478"/>
          <ac:spMkLst>
            <pc:docMk/>
            <pc:sldMk cId="4174990430" sldId="321"/>
            <ac:spMk id="124" creationId="{B2BFE10C-15D6-02F4-ED61-C20E311B6EAF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6:46.812" v="424" actId="478"/>
          <ac:spMkLst>
            <pc:docMk/>
            <pc:sldMk cId="4174990430" sldId="321"/>
            <ac:spMk id="125" creationId="{1FEF490D-9838-E055-BFA0-B593B86E2DC9}"/>
          </ac:spMkLst>
        </pc:spChg>
        <pc:spChg chg="add mod">
          <ac:chgData name="Edoardo Pierdiluca - edoardo.pierdiluca@studio.unibo.it" userId="2198b7f2-c8c8-457e-ae08-d188ecd8dbd9" providerId="ADAL" clId="{811C1F32-3D0A-402A-A8C0-90B64E3DD402}" dt="2023-05-30T14:32:24.796" v="199"/>
          <ac:spMkLst>
            <pc:docMk/>
            <pc:sldMk cId="4174990430" sldId="321"/>
            <ac:spMk id="129" creationId="{E160755D-64EB-C1A1-7B7F-C6A173410DC0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4:56:20.498" v="389" actId="478"/>
          <ac:spMkLst>
            <pc:docMk/>
            <pc:sldMk cId="4174990430" sldId="321"/>
            <ac:spMk id="150" creationId="{B774AE6A-2408-FF01-A0E9-CD9B07119BA9}"/>
          </ac:spMkLst>
        </pc:spChg>
        <pc:spChg chg="add mod">
          <ac:chgData name="Edoardo Pierdiluca - edoardo.pierdiluca@studio.unibo.it" userId="2198b7f2-c8c8-457e-ae08-d188ecd8dbd9" providerId="ADAL" clId="{811C1F32-3D0A-402A-A8C0-90B64E3DD402}" dt="2023-05-30T14:59:54.589" v="480" actId="114"/>
          <ac:spMkLst>
            <pc:docMk/>
            <pc:sldMk cId="4174990430" sldId="321"/>
            <ac:spMk id="171" creationId="{4370B7EB-98A7-7F39-9AB1-15BB011523B1}"/>
          </ac:spMkLst>
        </pc:spChg>
        <pc:grpChg chg="del mod">
          <ac:chgData name="Edoardo Pierdiluca - edoardo.pierdiluca@studio.unibo.it" userId="2198b7f2-c8c8-457e-ae08-d188ecd8dbd9" providerId="ADAL" clId="{811C1F32-3D0A-402A-A8C0-90B64E3DD402}" dt="2023-05-30T14:33:34.050" v="210"/>
          <ac:grpSpMkLst>
            <pc:docMk/>
            <pc:sldMk cId="4174990430" sldId="321"/>
            <ac:grpSpMk id="155" creationId="{254FE8A7-C0D5-9924-3345-0EBE63D0B915}"/>
          </ac:grpSpMkLst>
        </pc:grpChg>
        <pc:grpChg chg="del mod">
          <ac:chgData name="Edoardo Pierdiluca - edoardo.pierdiluca@studio.unibo.it" userId="2198b7f2-c8c8-457e-ae08-d188ecd8dbd9" providerId="ADAL" clId="{811C1F32-3D0A-402A-A8C0-90B64E3DD402}" dt="2023-05-30T14:33:41.162" v="214"/>
          <ac:grpSpMkLst>
            <pc:docMk/>
            <pc:sldMk cId="4174990430" sldId="321"/>
            <ac:grpSpMk id="158" creationId="{8F6DD7DD-FD89-6F4E-5766-D85B66976A60}"/>
          </ac:grpSpMkLst>
        </pc:grpChg>
        <pc:grpChg chg="del mod">
          <ac:chgData name="Edoardo Pierdiluca - edoardo.pierdiluca@studio.unibo.it" userId="2198b7f2-c8c8-457e-ae08-d188ecd8dbd9" providerId="ADAL" clId="{811C1F32-3D0A-402A-A8C0-90B64E3DD402}" dt="2023-05-30T14:33:54.576" v="217"/>
          <ac:grpSpMkLst>
            <pc:docMk/>
            <pc:sldMk cId="4174990430" sldId="321"/>
            <ac:grpSpMk id="162" creationId="{9131C43D-A8AB-202F-1D74-14A953C22742}"/>
          </ac:grpSpMkLst>
        </pc:grpChg>
        <pc:grpChg chg="del mod">
          <ac:chgData name="Edoardo Pierdiluca - edoardo.pierdiluca@studio.unibo.it" userId="2198b7f2-c8c8-457e-ae08-d188ecd8dbd9" providerId="ADAL" clId="{811C1F32-3D0A-402A-A8C0-90B64E3DD402}" dt="2023-05-30T14:33:54.576" v="217"/>
          <ac:grpSpMkLst>
            <pc:docMk/>
            <pc:sldMk cId="4174990430" sldId="321"/>
            <ac:grpSpMk id="165" creationId="{E5FBE210-5F41-3415-B7D4-19113C9EEBE9}"/>
          </ac:grpSpMkLst>
        </pc:grpChg>
        <pc:grpChg chg="mod">
          <ac:chgData name="Edoardo Pierdiluca - edoardo.pierdiluca@studio.unibo.it" userId="2198b7f2-c8c8-457e-ae08-d188ecd8dbd9" providerId="ADAL" clId="{811C1F32-3D0A-402A-A8C0-90B64E3DD402}" dt="2023-05-30T14:33:54.576" v="217"/>
          <ac:grpSpMkLst>
            <pc:docMk/>
            <pc:sldMk cId="4174990430" sldId="321"/>
            <ac:grpSpMk id="166" creationId="{4F908240-E6D3-4432-3AE3-9550CE1C707B}"/>
          </ac:grpSpMkLst>
        </pc:grpChg>
        <pc:grpChg chg="del mod">
          <ac:chgData name="Edoardo Pierdiluca - edoardo.pierdiluca@studio.unibo.it" userId="2198b7f2-c8c8-457e-ae08-d188ecd8dbd9" providerId="ADAL" clId="{811C1F32-3D0A-402A-A8C0-90B64E3DD402}" dt="2023-05-30T14:54:57.983" v="372"/>
          <ac:grpSpMkLst>
            <pc:docMk/>
            <pc:sldMk cId="4174990430" sldId="321"/>
            <ac:grpSpMk id="168" creationId="{E0C11823-62D5-0B6B-793C-C60836FA2EB7}"/>
          </ac:grpSpMkLst>
        </pc:grpChg>
        <pc:grpChg chg="mod">
          <ac:chgData name="Edoardo Pierdiluca - edoardo.pierdiluca@studio.unibo.it" userId="2198b7f2-c8c8-457e-ae08-d188ecd8dbd9" providerId="ADAL" clId="{811C1F32-3D0A-402A-A8C0-90B64E3DD402}" dt="2023-05-30T14:54:57.983" v="372"/>
          <ac:grpSpMkLst>
            <pc:docMk/>
            <pc:sldMk cId="4174990430" sldId="321"/>
            <ac:grpSpMk id="170" creationId="{42A0BA45-7FDB-51D8-D314-3B95A5E6963F}"/>
          </ac:grpSpMkLst>
        </pc:grpChg>
        <pc:picChg chg="mod modCrop">
          <ac:chgData name="Edoardo Pierdiluca - edoardo.pierdiluca@studio.unibo.it" userId="2198b7f2-c8c8-457e-ae08-d188ecd8dbd9" providerId="ADAL" clId="{811C1F32-3D0A-402A-A8C0-90B64E3DD402}" dt="2023-05-30T14:56:14.586" v="386" actId="1076"/>
          <ac:picMkLst>
            <pc:docMk/>
            <pc:sldMk cId="4174990430" sldId="321"/>
            <ac:picMk id="172" creationId="{BDA97137-5C4B-A7F6-E039-A562127CAB7D}"/>
          </ac:picMkLst>
        </pc:picChg>
        <pc:inkChg chg="add del">
          <ac:chgData name="Edoardo Pierdiluca - edoardo.pierdiluca@studio.unibo.it" userId="2198b7f2-c8c8-457e-ae08-d188ecd8dbd9" providerId="ADAL" clId="{811C1F32-3D0A-402A-A8C0-90B64E3DD402}" dt="2023-05-30T14:33:19.890" v="204" actId="9405"/>
          <ac:inkMkLst>
            <pc:docMk/>
            <pc:sldMk cId="4174990430" sldId="321"/>
            <ac:inkMk id="151" creationId="{51115B72-511B-709A-B43E-9C53D0F30F27}"/>
          </ac:inkMkLst>
        </pc:inkChg>
        <pc:inkChg chg="add">
          <ac:chgData name="Edoardo Pierdiluca - edoardo.pierdiluca@studio.unibo.it" userId="2198b7f2-c8c8-457e-ae08-d188ecd8dbd9" providerId="ADAL" clId="{811C1F32-3D0A-402A-A8C0-90B64E3DD402}" dt="2023-05-30T14:53:54.530" v="363" actId="9405"/>
          <ac:inkMkLst>
            <pc:docMk/>
            <pc:sldMk cId="4174990430" sldId="321"/>
            <ac:inkMk id="151" creationId="{A5067310-A0FA-1EBD-63AD-520C9B982726}"/>
          </ac:inkMkLst>
        </pc:inkChg>
        <pc:inkChg chg="add mod">
          <ac:chgData name="Edoardo Pierdiluca - edoardo.pierdiluca@studio.unibo.it" userId="2198b7f2-c8c8-457e-ae08-d188ecd8dbd9" providerId="ADAL" clId="{811C1F32-3D0A-402A-A8C0-90B64E3DD402}" dt="2023-05-30T14:33:54.576" v="217"/>
          <ac:inkMkLst>
            <pc:docMk/>
            <pc:sldMk cId="4174990430" sldId="321"/>
            <ac:inkMk id="153" creationId="{8CB19D11-4F1C-47D7-4A75-CF28F6B505FD}"/>
          </ac:inkMkLst>
        </pc:inkChg>
        <pc:inkChg chg="add mod">
          <ac:chgData name="Edoardo Pierdiluca - edoardo.pierdiluca@studio.unibo.it" userId="2198b7f2-c8c8-457e-ae08-d188ecd8dbd9" providerId="ADAL" clId="{811C1F32-3D0A-402A-A8C0-90B64E3DD402}" dt="2023-05-30T14:33:54.576" v="217"/>
          <ac:inkMkLst>
            <pc:docMk/>
            <pc:sldMk cId="4174990430" sldId="321"/>
            <ac:inkMk id="154" creationId="{9CB177D9-51CB-6649-F303-618C8675A056}"/>
          </ac:inkMkLst>
        </pc:inkChg>
        <pc:inkChg chg="add del">
          <ac:chgData name="Edoardo Pierdiluca - edoardo.pierdiluca@studio.unibo.it" userId="2198b7f2-c8c8-457e-ae08-d188ecd8dbd9" providerId="ADAL" clId="{811C1F32-3D0A-402A-A8C0-90B64E3DD402}" dt="2023-05-30T14:56:39.678" v="414" actId="478"/>
          <ac:inkMkLst>
            <pc:docMk/>
            <pc:sldMk cId="4174990430" sldId="321"/>
            <ac:inkMk id="155" creationId="{904477C2-94EC-0359-1B48-3CEB9C992B75}"/>
          </ac:inkMkLst>
        </pc:inkChg>
        <pc:inkChg chg="add mod">
          <ac:chgData name="Edoardo Pierdiluca - edoardo.pierdiluca@studio.unibo.it" userId="2198b7f2-c8c8-457e-ae08-d188ecd8dbd9" providerId="ADAL" clId="{811C1F32-3D0A-402A-A8C0-90B64E3DD402}" dt="2023-05-30T14:33:54.576" v="217"/>
          <ac:inkMkLst>
            <pc:docMk/>
            <pc:sldMk cId="4174990430" sldId="321"/>
            <ac:inkMk id="156" creationId="{4814442F-C4D2-FE42-DE26-ECF95E87D3CB}"/>
          </ac:inkMkLst>
        </pc:inkChg>
        <pc:inkChg chg="add mod">
          <ac:chgData name="Edoardo Pierdiluca - edoardo.pierdiluca@studio.unibo.it" userId="2198b7f2-c8c8-457e-ae08-d188ecd8dbd9" providerId="ADAL" clId="{811C1F32-3D0A-402A-A8C0-90B64E3DD402}" dt="2023-05-30T14:33:54.576" v="217"/>
          <ac:inkMkLst>
            <pc:docMk/>
            <pc:sldMk cId="4174990430" sldId="321"/>
            <ac:inkMk id="157" creationId="{B9771D58-1B57-1F18-4C2F-102473656816}"/>
          </ac:inkMkLst>
        </pc:inkChg>
        <pc:inkChg chg="add del">
          <ac:chgData name="Edoardo Pierdiluca - edoardo.pierdiluca@studio.unibo.it" userId="2198b7f2-c8c8-457e-ae08-d188ecd8dbd9" providerId="ADAL" clId="{811C1F32-3D0A-402A-A8C0-90B64E3DD402}" dt="2023-05-30T14:54:25.771" v="366" actId="9405"/>
          <ac:inkMkLst>
            <pc:docMk/>
            <pc:sldMk cId="4174990430" sldId="321"/>
            <ac:inkMk id="158" creationId="{3D5C8185-2DA4-696D-F822-8D39B70C7ABF}"/>
          </ac:inkMkLst>
        </pc:inkChg>
        <pc:inkChg chg="add mod">
          <ac:chgData name="Edoardo Pierdiluca - edoardo.pierdiluca@studio.unibo.it" userId="2198b7f2-c8c8-457e-ae08-d188ecd8dbd9" providerId="ADAL" clId="{811C1F32-3D0A-402A-A8C0-90B64E3DD402}" dt="2023-05-30T14:33:54.576" v="217"/>
          <ac:inkMkLst>
            <pc:docMk/>
            <pc:sldMk cId="4174990430" sldId="321"/>
            <ac:inkMk id="159" creationId="{7EF7E814-8948-254D-AD40-408EBA58109E}"/>
          </ac:inkMkLst>
        </pc:inkChg>
        <pc:inkChg chg="add mod">
          <ac:chgData name="Edoardo Pierdiluca - edoardo.pierdiluca@studio.unibo.it" userId="2198b7f2-c8c8-457e-ae08-d188ecd8dbd9" providerId="ADAL" clId="{811C1F32-3D0A-402A-A8C0-90B64E3DD402}" dt="2023-05-30T14:33:54.576" v="217"/>
          <ac:inkMkLst>
            <pc:docMk/>
            <pc:sldMk cId="4174990430" sldId="321"/>
            <ac:inkMk id="160" creationId="{24060F8B-755E-E6B5-6380-EA04C14021DD}"/>
          </ac:inkMkLst>
        </pc:inkChg>
        <pc:inkChg chg="add mod">
          <ac:chgData name="Edoardo Pierdiluca - edoardo.pierdiluca@studio.unibo.it" userId="2198b7f2-c8c8-457e-ae08-d188ecd8dbd9" providerId="ADAL" clId="{811C1F32-3D0A-402A-A8C0-90B64E3DD402}" dt="2023-05-30T14:33:54.576" v="217"/>
          <ac:inkMkLst>
            <pc:docMk/>
            <pc:sldMk cId="4174990430" sldId="321"/>
            <ac:inkMk id="161" creationId="{4722FE4D-3285-9E85-56F8-04ECFE87F869}"/>
          </ac:inkMkLst>
        </pc:inkChg>
        <pc:inkChg chg="add">
          <ac:chgData name="Edoardo Pierdiluca - edoardo.pierdiluca@studio.unibo.it" userId="2198b7f2-c8c8-457e-ae08-d188ecd8dbd9" providerId="ADAL" clId="{811C1F32-3D0A-402A-A8C0-90B64E3DD402}" dt="2023-05-30T14:54:30.575" v="367" actId="9405"/>
          <ac:inkMkLst>
            <pc:docMk/>
            <pc:sldMk cId="4174990430" sldId="321"/>
            <ac:inkMk id="162" creationId="{1F0CD18A-6492-7102-8344-73770DEA09A8}"/>
          </ac:inkMkLst>
        </pc:inkChg>
        <pc:inkChg chg="add mod">
          <ac:chgData name="Edoardo Pierdiluca - edoardo.pierdiluca@studio.unibo.it" userId="2198b7f2-c8c8-457e-ae08-d188ecd8dbd9" providerId="ADAL" clId="{811C1F32-3D0A-402A-A8C0-90B64E3DD402}" dt="2023-05-30T14:33:54.576" v="217"/>
          <ac:inkMkLst>
            <pc:docMk/>
            <pc:sldMk cId="4174990430" sldId="321"/>
            <ac:inkMk id="163" creationId="{1D13DD3F-1D66-456C-C66A-F95AFB8340ED}"/>
          </ac:inkMkLst>
        </pc:inkChg>
        <pc:inkChg chg="add mod">
          <ac:chgData name="Edoardo Pierdiluca - edoardo.pierdiluca@studio.unibo.it" userId="2198b7f2-c8c8-457e-ae08-d188ecd8dbd9" providerId="ADAL" clId="{811C1F32-3D0A-402A-A8C0-90B64E3DD402}" dt="2023-05-30T14:33:54.576" v="217"/>
          <ac:inkMkLst>
            <pc:docMk/>
            <pc:sldMk cId="4174990430" sldId="321"/>
            <ac:inkMk id="164" creationId="{50BDDAAC-B758-FC2E-B1C3-EBC08DB6EEB4}"/>
          </ac:inkMkLst>
        </pc:inkChg>
        <pc:inkChg chg="add mod">
          <ac:chgData name="Edoardo Pierdiluca - edoardo.pierdiluca@studio.unibo.it" userId="2198b7f2-c8c8-457e-ae08-d188ecd8dbd9" providerId="ADAL" clId="{811C1F32-3D0A-402A-A8C0-90B64E3DD402}" dt="2023-05-30T14:54:57.983" v="372"/>
          <ac:inkMkLst>
            <pc:docMk/>
            <pc:sldMk cId="4174990430" sldId="321"/>
            <ac:inkMk id="165" creationId="{96630AA0-1D1D-6AF4-A1B2-1DABF7B41648}"/>
          </ac:inkMkLst>
        </pc:inkChg>
        <pc:inkChg chg="add mod">
          <ac:chgData name="Edoardo Pierdiluca - edoardo.pierdiluca@studio.unibo.it" userId="2198b7f2-c8c8-457e-ae08-d188ecd8dbd9" providerId="ADAL" clId="{811C1F32-3D0A-402A-A8C0-90B64E3DD402}" dt="2023-05-30T14:54:57.983" v="372"/>
          <ac:inkMkLst>
            <pc:docMk/>
            <pc:sldMk cId="4174990430" sldId="321"/>
            <ac:inkMk id="167" creationId="{87423A24-CFDA-B6C9-6CA5-0ADCDCA7DE4E}"/>
          </ac:inkMkLst>
        </pc:inkChg>
        <pc:inkChg chg="add mod">
          <ac:chgData name="Edoardo Pierdiluca - edoardo.pierdiluca@studio.unibo.it" userId="2198b7f2-c8c8-457e-ae08-d188ecd8dbd9" providerId="ADAL" clId="{811C1F32-3D0A-402A-A8C0-90B64E3DD402}" dt="2023-05-30T14:54:57.983" v="372"/>
          <ac:inkMkLst>
            <pc:docMk/>
            <pc:sldMk cId="4174990430" sldId="321"/>
            <ac:inkMk id="169" creationId="{69DB7F9A-2107-4819-F3F8-811666F06623}"/>
          </ac:inkMkLst>
        </pc:inkChg>
      </pc:sldChg>
      <pc:sldChg chg="addSp delSp modSp mod modClrScheme chgLayout">
        <pc:chgData name="Edoardo Pierdiluca - edoardo.pierdiluca@studio.unibo.it" userId="2198b7f2-c8c8-457e-ae08-d188ecd8dbd9" providerId="ADAL" clId="{811C1F32-3D0A-402A-A8C0-90B64E3DD402}" dt="2023-05-30T14:49:55.560" v="357" actId="478"/>
        <pc:sldMkLst>
          <pc:docMk/>
          <pc:sldMk cId="1635049070" sldId="323"/>
        </pc:sldMkLst>
        <pc:spChg chg="mod">
          <ac:chgData name="Edoardo Pierdiluca - edoardo.pierdiluca@studio.unibo.it" userId="2198b7f2-c8c8-457e-ae08-d188ecd8dbd9" providerId="ADAL" clId="{811C1F32-3D0A-402A-A8C0-90B64E3DD402}" dt="2023-05-30T14:49:52.340" v="356" actId="26606"/>
          <ac:spMkLst>
            <pc:docMk/>
            <pc:sldMk cId="1635049070" sldId="323"/>
            <ac:spMk id="2" creationId="{BD23A133-6066-75D9-224B-5B49DEB8FCEA}"/>
          </ac:spMkLst>
        </pc:spChg>
        <pc:spChg chg="mod ord">
          <ac:chgData name="Edoardo Pierdiluca - edoardo.pierdiluca@studio.unibo.it" userId="2198b7f2-c8c8-457e-ae08-d188ecd8dbd9" providerId="ADAL" clId="{811C1F32-3D0A-402A-A8C0-90B64E3DD402}" dt="2023-05-30T14:49:52.340" v="356" actId="26606"/>
          <ac:spMkLst>
            <pc:docMk/>
            <pc:sldMk cId="1635049070" sldId="323"/>
            <ac:spMk id="4" creationId="{D3E231D9-82A4-70BC-E590-DDFFEE3A6BED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49:11.251" v="349"/>
          <ac:spMkLst>
            <pc:docMk/>
            <pc:sldMk cId="1635049070" sldId="323"/>
            <ac:spMk id="19" creationId="{C1F7C635-A995-A02D-52FA-454F67A2BB7A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4:48:41.337" v="348" actId="478"/>
          <ac:spMkLst>
            <pc:docMk/>
            <pc:sldMk cId="1635049070" sldId="323"/>
            <ac:spMk id="20" creationId="{16C41807-3064-57CF-9289-13C3C182642B}"/>
          </ac:spMkLst>
        </pc:spChg>
        <pc:spChg chg="add mod">
          <ac:chgData name="Edoardo Pierdiluca - edoardo.pierdiluca@studio.unibo.it" userId="2198b7f2-c8c8-457e-ae08-d188ecd8dbd9" providerId="ADAL" clId="{811C1F32-3D0A-402A-A8C0-90B64E3DD402}" dt="2023-05-30T14:49:55.560" v="357" actId="478"/>
          <ac:spMkLst>
            <pc:docMk/>
            <pc:sldMk cId="1635049070" sldId="323"/>
            <ac:spMk id="25" creationId="{750EB99E-5F41-1CEF-8A3E-2F17DAE1AD9B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4:49:52.340" v="356" actId="26606"/>
          <ac:spMkLst>
            <pc:docMk/>
            <pc:sldMk cId="1635049070" sldId="323"/>
            <ac:spMk id="28" creationId="{B5BB747D-ECF7-6F27-A821-77B7C794BE63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4:49:52.340" v="356" actId="26606"/>
          <ac:spMkLst>
            <pc:docMk/>
            <pc:sldMk cId="1635049070" sldId="323"/>
            <ac:spMk id="30" creationId="{8ED6F0B0-8A5D-2B52-77EC-11C1F8EDE921}"/>
          </ac:spMkLst>
        </pc:spChg>
        <pc:picChg chg="mod ord">
          <ac:chgData name="Edoardo Pierdiluca - edoardo.pierdiluca@studio.unibo.it" userId="2198b7f2-c8c8-457e-ae08-d188ecd8dbd9" providerId="ADAL" clId="{811C1F32-3D0A-402A-A8C0-90B64E3DD402}" dt="2023-05-30T14:49:52.340" v="356" actId="26606"/>
          <ac:picMkLst>
            <pc:docMk/>
            <pc:sldMk cId="1635049070" sldId="323"/>
            <ac:picMk id="21" creationId="{D22F81CF-9B29-4F49-6EBE-F6BDACBA561D}"/>
          </ac:picMkLst>
        </pc:picChg>
        <pc:picChg chg="add del mod">
          <ac:chgData name="Edoardo Pierdiluca - edoardo.pierdiluca@studio.unibo.it" userId="2198b7f2-c8c8-457e-ae08-d188ecd8dbd9" providerId="ADAL" clId="{811C1F32-3D0A-402A-A8C0-90B64E3DD402}" dt="2023-05-30T14:49:55.560" v="357" actId="478"/>
          <ac:picMkLst>
            <pc:docMk/>
            <pc:sldMk cId="1635049070" sldId="323"/>
            <ac:picMk id="23" creationId="{B4B34563-C0CB-A53C-CCB7-53F61AEA148C}"/>
          </ac:picMkLst>
        </pc:picChg>
      </pc:sldChg>
      <pc:sldChg chg="addSp delSp modSp new mod ord modClrScheme chgLayout">
        <pc:chgData name="Edoardo Pierdiluca - edoardo.pierdiluca@studio.unibo.it" userId="2198b7f2-c8c8-457e-ae08-d188ecd8dbd9" providerId="ADAL" clId="{811C1F32-3D0A-402A-A8C0-90B64E3DD402}" dt="2023-05-30T15:09:01.238" v="840" actId="255"/>
        <pc:sldMkLst>
          <pc:docMk/>
          <pc:sldMk cId="1562935026" sldId="324"/>
        </pc:sldMkLst>
        <pc:spChg chg="mod">
          <ac:chgData name="Edoardo Pierdiluca - edoardo.pierdiluca@studio.unibo.it" userId="2198b7f2-c8c8-457e-ae08-d188ecd8dbd9" providerId="ADAL" clId="{811C1F32-3D0A-402A-A8C0-90B64E3DD402}" dt="2023-05-30T14:58:38.468" v="477" actId="26606"/>
          <ac:spMkLst>
            <pc:docMk/>
            <pc:sldMk cId="1562935026" sldId="324"/>
            <ac:spMk id="2" creationId="{2527F227-B6CA-5B83-1B3D-1F68137BFF82}"/>
          </ac:spMkLst>
        </pc:spChg>
        <pc:spChg chg="add del">
          <ac:chgData name="Edoardo Pierdiluca - edoardo.pierdiluca@studio.unibo.it" userId="2198b7f2-c8c8-457e-ae08-d188ecd8dbd9" providerId="ADAL" clId="{811C1F32-3D0A-402A-A8C0-90B64E3DD402}" dt="2023-05-30T14:58:38.468" v="477" actId="26606"/>
          <ac:spMkLst>
            <pc:docMk/>
            <pc:sldMk cId="1562935026" sldId="324"/>
            <ac:spMk id="3" creationId="{D2D940F2-7D39-678A-C3B0-AB0F8446BE5E}"/>
          </ac:spMkLst>
        </pc:spChg>
        <pc:spChg chg="del">
          <ac:chgData name="Edoardo Pierdiluca - edoardo.pierdiluca@studio.unibo.it" userId="2198b7f2-c8c8-457e-ae08-d188ecd8dbd9" providerId="ADAL" clId="{811C1F32-3D0A-402A-A8C0-90B64E3DD402}" dt="2023-05-30T14:57:54.266" v="433" actId="478"/>
          <ac:spMkLst>
            <pc:docMk/>
            <pc:sldMk cId="1562935026" sldId="324"/>
            <ac:spMk id="4" creationId="{8796D3CE-7D9C-A28E-4BED-221A1718925B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4:58:34.953" v="474" actId="26606"/>
          <ac:spMkLst>
            <pc:docMk/>
            <pc:sldMk cId="1562935026" sldId="324"/>
            <ac:spMk id="8" creationId="{E84E14BD-AA06-1084-FA23-2EA8A5392BB1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4:58:34.953" v="474" actId="26606"/>
          <ac:spMkLst>
            <pc:docMk/>
            <pc:sldMk cId="1562935026" sldId="324"/>
            <ac:spMk id="9" creationId="{E68CC29B-6356-4968-1C97-15DF793466C8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4:58:32.325" v="470" actId="26606"/>
          <ac:spMkLst>
            <pc:docMk/>
            <pc:sldMk cId="1562935026" sldId="324"/>
            <ac:spMk id="11" creationId="{521BF45D-6ACE-A930-65A8-E9A50666AE7F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4:58:32.325" v="470" actId="26606"/>
          <ac:spMkLst>
            <pc:docMk/>
            <pc:sldMk cId="1562935026" sldId="324"/>
            <ac:spMk id="13" creationId="{07C3096D-A28D-2972-A86C-2728ECD7B2A3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4:58:34.953" v="474" actId="26606"/>
          <ac:spMkLst>
            <pc:docMk/>
            <pc:sldMk cId="1562935026" sldId="324"/>
            <ac:spMk id="15" creationId="{304916E5-C856-0C82-A987-2B85D618BD52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4:58:34.953" v="474" actId="26606"/>
          <ac:spMkLst>
            <pc:docMk/>
            <pc:sldMk cId="1562935026" sldId="324"/>
            <ac:spMk id="17" creationId="{6551C380-D247-3F9C-7355-E15B856B2660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4:58:38.462" v="476" actId="26606"/>
          <ac:spMkLst>
            <pc:docMk/>
            <pc:sldMk cId="1562935026" sldId="324"/>
            <ac:spMk id="19" creationId="{0398795B-3E5A-2365-0AFC-3A15629AFA95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4:58:38.462" v="476" actId="26606"/>
          <ac:spMkLst>
            <pc:docMk/>
            <pc:sldMk cId="1562935026" sldId="324"/>
            <ac:spMk id="20" creationId="{69BFA7E6-D148-811C-4798-D5DB53E8597C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4:58:38.462" v="476" actId="26606"/>
          <ac:spMkLst>
            <pc:docMk/>
            <pc:sldMk cId="1562935026" sldId="324"/>
            <ac:spMk id="21" creationId="{922C8A56-4FD7-B5AC-6F27-FD4A217A4364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4:58:38.462" v="476" actId="26606"/>
          <ac:spMkLst>
            <pc:docMk/>
            <pc:sldMk cId="1562935026" sldId="324"/>
            <ac:spMk id="22" creationId="{DF5AAFA7-F5FE-1C57-B284-EAD2FF0A5467}"/>
          </ac:spMkLst>
        </pc:spChg>
        <pc:spChg chg="add mod">
          <ac:chgData name="Edoardo Pierdiluca - edoardo.pierdiluca@studio.unibo.it" userId="2198b7f2-c8c8-457e-ae08-d188ecd8dbd9" providerId="ADAL" clId="{811C1F32-3D0A-402A-A8C0-90B64E3DD402}" dt="2023-05-30T15:08:58.265" v="839" actId="255"/>
          <ac:spMkLst>
            <pc:docMk/>
            <pc:sldMk cId="1562935026" sldId="324"/>
            <ac:spMk id="24" creationId="{521BF45D-6ACE-A930-65A8-E9A50666AE7F}"/>
          </ac:spMkLst>
        </pc:spChg>
        <pc:spChg chg="add mod">
          <ac:chgData name="Edoardo Pierdiluca - edoardo.pierdiluca@studio.unibo.it" userId="2198b7f2-c8c8-457e-ae08-d188ecd8dbd9" providerId="ADAL" clId="{811C1F32-3D0A-402A-A8C0-90B64E3DD402}" dt="2023-05-30T15:09:01.238" v="840" actId="255"/>
          <ac:spMkLst>
            <pc:docMk/>
            <pc:sldMk cId="1562935026" sldId="324"/>
            <ac:spMk id="25" creationId="{07C3096D-A28D-2972-A86C-2728ECD7B2A3}"/>
          </ac:spMkLst>
        </pc:spChg>
        <pc:picChg chg="add mod ord">
          <ac:chgData name="Edoardo Pierdiluca - edoardo.pierdiluca@studio.unibo.it" userId="2198b7f2-c8c8-457e-ae08-d188ecd8dbd9" providerId="ADAL" clId="{811C1F32-3D0A-402A-A8C0-90B64E3DD402}" dt="2023-05-30T14:58:38.468" v="477" actId="26606"/>
          <ac:picMkLst>
            <pc:docMk/>
            <pc:sldMk cId="1562935026" sldId="324"/>
            <ac:picMk id="5" creationId="{68DA15E7-38FC-003E-C180-28137BD5F71F}"/>
          </ac:picMkLst>
        </pc:picChg>
        <pc:picChg chg="add mod">
          <ac:chgData name="Edoardo Pierdiluca - edoardo.pierdiluca@studio.unibo.it" userId="2198b7f2-c8c8-457e-ae08-d188ecd8dbd9" providerId="ADAL" clId="{811C1F32-3D0A-402A-A8C0-90B64E3DD402}" dt="2023-05-30T14:58:38.468" v="477" actId="26606"/>
          <ac:picMkLst>
            <pc:docMk/>
            <pc:sldMk cId="1562935026" sldId="324"/>
            <ac:picMk id="6" creationId="{A5F4B36C-5924-B996-577A-08A3DD5A1AFC}"/>
          </ac:picMkLst>
        </pc:picChg>
      </pc:sldChg>
      <pc:sldChg chg="addSp delSp modSp mod modClrScheme chgLayout">
        <pc:chgData name="Edoardo Pierdiluca - edoardo.pierdiluca@studio.unibo.it" userId="2198b7f2-c8c8-457e-ae08-d188ecd8dbd9" providerId="ADAL" clId="{811C1F32-3D0A-402A-A8C0-90B64E3DD402}" dt="2023-05-30T15:13:23.505" v="1001" actId="27614"/>
        <pc:sldMkLst>
          <pc:docMk/>
          <pc:sldMk cId="4122495547" sldId="325"/>
        </pc:sldMkLst>
        <pc:spChg chg="mod">
          <ac:chgData name="Edoardo Pierdiluca - edoardo.pierdiluca@studio.unibo.it" userId="2198b7f2-c8c8-457e-ae08-d188ecd8dbd9" providerId="ADAL" clId="{811C1F32-3D0A-402A-A8C0-90B64E3DD402}" dt="2023-05-30T15:12:57.250" v="999" actId="26606"/>
          <ac:spMkLst>
            <pc:docMk/>
            <pc:sldMk cId="4122495547" sldId="325"/>
            <ac:spMk id="2" creationId="{D4F131B1-6C9D-93F9-549D-1736C45D9838}"/>
          </ac:spMkLst>
        </pc:spChg>
        <pc:spChg chg="mod">
          <ac:chgData name="Edoardo Pierdiluca - edoardo.pierdiluca@studio.unibo.it" userId="2198b7f2-c8c8-457e-ae08-d188ecd8dbd9" providerId="ADAL" clId="{811C1F32-3D0A-402A-A8C0-90B64E3DD402}" dt="2023-05-30T15:12:57.250" v="999" actId="26606"/>
          <ac:spMkLst>
            <pc:docMk/>
            <pc:sldMk cId="4122495547" sldId="325"/>
            <ac:spMk id="3" creationId="{A83097F0-9847-CC25-BE5F-67F0D9885B75}"/>
          </ac:spMkLst>
        </pc:spChg>
        <pc:spChg chg="mod modVis">
          <ac:chgData name="Edoardo Pierdiluca - edoardo.pierdiluca@studio.unibo.it" userId="2198b7f2-c8c8-457e-ae08-d188ecd8dbd9" providerId="ADAL" clId="{811C1F32-3D0A-402A-A8C0-90B64E3DD402}" dt="2023-05-30T15:12:57.250" v="999" actId="26606"/>
          <ac:spMkLst>
            <pc:docMk/>
            <pc:sldMk cId="4122495547" sldId="325"/>
            <ac:spMk id="4" creationId="{3AD2CC4F-9F6A-566D-73B6-D4159FE79535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47.861" v="984" actId="26606"/>
          <ac:spMkLst>
            <pc:docMk/>
            <pc:sldMk cId="4122495547" sldId="325"/>
            <ac:spMk id="9" creationId="{02DD46A0-0386-EB95-42BF-4AFAE881F6F7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47.861" v="984" actId="26606"/>
          <ac:spMkLst>
            <pc:docMk/>
            <pc:sldMk cId="4122495547" sldId="325"/>
            <ac:spMk id="11" creationId="{D0CB9168-90D1-BD5E-6686-5ED0B236E2AA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47.861" v="984" actId="26606"/>
          <ac:spMkLst>
            <pc:docMk/>
            <pc:sldMk cId="4122495547" sldId="325"/>
            <ac:spMk id="13" creationId="{AA2D859B-ACE0-25A3-47F2-42806D418063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49.055" v="986" actId="26606"/>
          <ac:spMkLst>
            <pc:docMk/>
            <pc:sldMk cId="4122495547" sldId="325"/>
            <ac:spMk id="15" creationId="{2F4E1BA3-62B7-F549-5395-E771C5E71E4B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49.785" v="988" actId="26606"/>
          <ac:spMkLst>
            <pc:docMk/>
            <pc:sldMk cId="4122495547" sldId="325"/>
            <ac:spMk id="17" creationId="{02DD46A0-0386-EB95-42BF-4AFAE881F6F7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49.785" v="988" actId="26606"/>
          <ac:spMkLst>
            <pc:docMk/>
            <pc:sldMk cId="4122495547" sldId="325"/>
            <ac:spMk id="18" creationId="{D0CB9168-90D1-BD5E-6686-5ED0B236E2AA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49.785" v="988" actId="26606"/>
          <ac:spMkLst>
            <pc:docMk/>
            <pc:sldMk cId="4122495547" sldId="325"/>
            <ac:spMk id="19" creationId="{AA2D859B-ACE0-25A3-47F2-42806D418063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53.254" v="990" actId="26606"/>
          <ac:spMkLst>
            <pc:docMk/>
            <pc:sldMk cId="4122495547" sldId="325"/>
            <ac:spMk id="21" creationId="{4395CCD3-D725-2BDD-30C1-C40FFF099185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53.254" v="990" actId="26606"/>
          <ac:spMkLst>
            <pc:docMk/>
            <pc:sldMk cId="4122495547" sldId="325"/>
            <ac:spMk id="22" creationId="{62CB6197-DE3D-AD58-3FCB-6316DAE6EC54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53.254" v="990" actId="26606"/>
          <ac:spMkLst>
            <pc:docMk/>
            <pc:sldMk cId="4122495547" sldId="325"/>
            <ac:spMk id="23" creationId="{EDBC3423-9DEA-2BC3-F618-C6F4746C167E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54.134" v="992" actId="26606"/>
          <ac:spMkLst>
            <pc:docMk/>
            <pc:sldMk cId="4122495547" sldId="325"/>
            <ac:spMk id="25" creationId="{63BC5115-6081-DF96-DAC3-9C8FEF9878E7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54.134" v="992" actId="26606"/>
          <ac:spMkLst>
            <pc:docMk/>
            <pc:sldMk cId="4122495547" sldId="325"/>
            <ac:spMk id="26" creationId="{A583D7A6-121B-CE4C-20BA-82FF11752752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54.134" v="992" actId="26606"/>
          <ac:spMkLst>
            <pc:docMk/>
            <pc:sldMk cId="4122495547" sldId="325"/>
            <ac:spMk id="27" creationId="{4A6230BF-3AA7-697A-3A29-7BF99C439439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55.142" v="994" actId="26606"/>
          <ac:spMkLst>
            <pc:docMk/>
            <pc:sldMk cId="4122495547" sldId="325"/>
            <ac:spMk id="29" creationId="{07E8F7EC-1C3F-F8A9-7AE3-D1FFE054DD96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55.142" v="994" actId="26606"/>
          <ac:spMkLst>
            <pc:docMk/>
            <pc:sldMk cId="4122495547" sldId="325"/>
            <ac:spMk id="30" creationId="{242AADB1-E85A-FCEF-2413-618F0BD74C88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55.142" v="994" actId="26606"/>
          <ac:spMkLst>
            <pc:docMk/>
            <pc:sldMk cId="4122495547" sldId="325"/>
            <ac:spMk id="31" creationId="{B1EAFA52-91C8-62BE-E855-DE7AF070D325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56.407" v="996" actId="26606"/>
          <ac:spMkLst>
            <pc:docMk/>
            <pc:sldMk cId="4122495547" sldId="325"/>
            <ac:spMk id="33" creationId="{4395CCD3-D725-2BDD-30C1-C40FFF099185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56.407" v="996" actId="26606"/>
          <ac:spMkLst>
            <pc:docMk/>
            <pc:sldMk cId="4122495547" sldId="325"/>
            <ac:spMk id="34" creationId="{62CB6197-DE3D-AD58-3FCB-6316DAE6EC54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56.407" v="996" actId="26606"/>
          <ac:spMkLst>
            <pc:docMk/>
            <pc:sldMk cId="4122495547" sldId="325"/>
            <ac:spMk id="35" creationId="{EDBC3423-9DEA-2BC3-F618-C6F4746C167E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2:57.240" v="998" actId="26606"/>
          <ac:spMkLst>
            <pc:docMk/>
            <pc:sldMk cId="4122495547" sldId="325"/>
            <ac:spMk id="37" creationId="{2F4E1BA3-62B7-F549-5395-E771C5E71E4B}"/>
          </ac:spMkLst>
        </pc:spChg>
        <pc:spChg chg="add del mod">
          <ac:chgData name="Edoardo Pierdiluca - edoardo.pierdiluca@studio.unibo.it" userId="2198b7f2-c8c8-457e-ae08-d188ecd8dbd9" providerId="ADAL" clId="{811C1F32-3D0A-402A-A8C0-90B64E3DD402}" dt="2023-05-30T15:13:22.012" v="1000" actId="931"/>
          <ac:spMkLst>
            <pc:docMk/>
            <pc:sldMk cId="4122495547" sldId="325"/>
            <ac:spMk id="39" creationId="{02DD46A0-0386-EB95-42BF-4AFAE881F6F7}"/>
          </ac:spMkLst>
        </pc:spChg>
        <pc:spChg chg="add mod">
          <ac:chgData name="Edoardo Pierdiluca - edoardo.pierdiluca@studio.unibo.it" userId="2198b7f2-c8c8-457e-ae08-d188ecd8dbd9" providerId="ADAL" clId="{811C1F32-3D0A-402A-A8C0-90B64E3DD402}" dt="2023-05-30T15:12:57.250" v="999" actId="26606"/>
          <ac:spMkLst>
            <pc:docMk/>
            <pc:sldMk cId="4122495547" sldId="325"/>
            <ac:spMk id="40" creationId="{D0CB9168-90D1-BD5E-6686-5ED0B236E2AA}"/>
          </ac:spMkLst>
        </pc:spChg>
        <pc:spChg chg="add mod">
          <ac:chgData name="Edoardo Pierdiluca - edoardo.pierdiluca@studio.unibo.it" userId="2198b7f2-c8c8-457e-ae08-d188ecd8dbd9" providerId="ADAL" clId="{811C1F32-3D0A-402A-A8C0-90B64E3DD402}" dt="2023-05-30T15:12:57.250" v="999" actId="26606"/>
          <ac:spMkLst>
            <pc:docMk/>
            <pc:sldMk cId="4122495547" sldId="325"/>
            <ac:spMk id="41" creationId="{AA2D859B-ACE0-25A3-47F2-42806D418063}"/>
          </ac:spMkLst>
        </pc:spChg>
        <pc:picChg chg="add mod">
          <ac:chgData name="Edoardo Pierdiluca - edoardo.pierdiluca@studio.unibo.it" userId="2198b7f2-c8c8-457e-ae08-d188ecd8dbd9" providerId="ADAL" clId="{811C1F32-3D0A-402A-A8C0-90B64E3DD402}" dt="2023-05-30T15:13:23.505" v="1001" actId="27614"/>
          <ac:picMkLst>
            <pc:docMk/>
            <pc:sldMk cId="4122495547" sldId="325"/>
            <ac:picMk id="6" creationId="{FC84497B-EDAD-5131-1EB4-358C6336DE04}"/>
          </ac:picMkLst>
        </pc:picChg>
      </pc:sldChg>
    </pc:docChg>
  </pc:docChgLst>
  <pc:docChgLst>
    <pc:chgData name="Edoardo Pierdiluca - edoardo.pierdiluca@studio.unibo.it" userId="S::edoardo.pierdiluca@studio.unibo.it::2198b7f2-c8c8-457e-ae08-d188ecd8dbd9" providerId="AD" clId="Web-{A5290848-544D-1967-BA88-8557135050F4}"/>
    <pc:docChg chg="addSld modSld">
      <pc:chgData name="Edoardo Pierdiluca - edoardo.pierdiluca@studio.unibo.it" userId="S::edoardo.pierdiluca@studio.unibo.it::2198b7f2-c8c8-457e-ae08-d188ecd8dbd9" providerId="AD" clId="Web-{A5290848-544D-1967-BA88-8557135050F4}" dt="2023-05-30T14:26:42.161" v="20" actId="1076"/>
      <pc:docMkLst>
        <pc:docMk/>
      </pc:docMkLst>
      <pc:sldChg chg="delSp">
        <pc:chgData name="Edoardo Pierdiluca - edoardo.pierdiluca@studio.unibo.it" userId="S::edoardo.pierdiluca@studio.unibo.it::2198b7f2-c8c8-457e-ae08-d188ecd8dbd9" providerId="AD" clId="Web-{A5290848-544D-1967-BA88-8557135050F4}" dt="2023-05-30T14:24:18.267" v="0"/>
        <pc:sldMkLst>
          <pc:docMk/>
          <pc:sldMk cId="474178785" sldId="320"/>
        </pc:sldMkLst>
        <pc:graphicFrameChg chg="del">
          <ac:chgData name="Edoardo Pierdiluca - edoardo.pierdiluca@studio.unibo.it" userId="S::edoardo.pierdiluca@studio.unibo.it::2198b7f2-c8c8-457e-ae08-d188ecd8dbd9" providerId="AD" clId="Web-{A5290848-544D-1967-BA88-8557135050F4}" dt="2023-05-30T14:24:18.267" v="0"/>
          <ac:graphicFrameMkLst>
            <pc:docMk/>
            <pc:sldMk cId="474178785" sldId="320"/>
            <ac:graphicFrameMk id="5" creationId="{AD28DB0F-F384-3609-E96E-42EDAD0BAD0B}"/>
          </ac:graphicFrameMkLst>
        </pc:graphicFrameChg>
      </pc:sldChg>
      <pc:sldChg chg="addSp delSp modSp add replId">
        <pc:chgData name="Edoardo Pierdiluca - edoardo.pierdiluca@studio.unibo.it" userId="S::edoardo.pierdiluca@studio.unibo.it::2198b7f2-c8c8-457e-ae08-d188ecd8dbd9" providerId="AD" clId="Web-{A5290848-544D-1967-BA88-8557135050F4}" dt="2023-05-30T14:26:42.161" v="20" actId="1076"/>
        <pc:sldMkLst>
          <pc:docMk/>
          <pc:sldMk cId="4174990430" sldId="321"/>
        </pc:sldMkLst>
        <pc:spChg chg="mod">
          <ac:chgData name="Edoardo Pierdiluca - edoardo.pierdiluca@studio.unibo.it" userId="S::edoardo.pierdiluca@studio.unibo.it::2198b7f2-c8c8-457e-ae08-d188ecd8dbd9" providerId="AD" clId="Web-{A5290848-544D-1967-BA88-8557135050F4}" dt="2023-05-30T14:25:00.705" v="5" actId="20577"/>
          <ac:spMkLst>
            <pc:docMk/>
            <pc:sldMk cId="4174990430" sldId="321"/>
            <ac:spMk id="2" creationId="{1F07FC34-7AB5-1BEE-7068-A1516D5917B3}"/>
          </ac:spMkLst>
        </pc:spChg>
        <pc:spChg chg="del">
          <ac:chgData name="Edoardo Pierdiluca - edoardo.pierdiluca@studio.unibo.it" userId="S::edoardo.pierdiluca@studio.unibo.it::2198b7f2-c8c8-457e-ae08-d188ecd8dbd9" providerId="AD" clId="Web-{A5290848-544D-1967-BA88-8557135050F4}" dt="2023-05-30T14:26:39.740" v="19"/>
          <ac:spMkLst>
            <pc:docMk/>
            <pc:sldMk cId="4174990430" sldId="321"/>
            <ac:spMk id="3" creationId="{D6B3A1C4-3460-2F3F-6F8D-796724E20883}"/>
          </ac:spMkLst>
        </pc:spChg>
        <pc:spChg chg="add mod">
          <ac:chgData name="Edoardo Pierdiluca - edoardo.pierdiluca@studio.unibo.it" userId="S::edoardo.pierdiluca@studio.unibo.it::2198b7f2-c8c8-457e-ae08-d188ecd8dbd9" providerId="AD" clId="Web-{A5290848-544D-1967-BA88-8557135050F4}" dt="2023-05-30T14:26:42.161" v="20" actId="1076"/>
          <ac:spMkLst>
            <pc:docMk/>
            <pc:sldMk cId="4174990430" sldId="321"/>
            <ac:spMk id="5" creationId="{AA73C2B1-4D94-CD8B-68CE-30359D4FB255}"/>
          </ac:spMkLst>
        </pc:spChg>
        <pc:spChg chg="add del mod">
          <ac:chgData name="Edoardo Pierdiluca - edoardo.pierdiluca@studio.unibo.it" userId="S::edoardo.pierdiluca@studio.unibo.it::2198b7f2-c8c8-457e-ae08-d188ecd8dbd9" providerId="AD" clId="Web-{A5290848-544D-1967-BA88-8557135050F4}" dt="2023-05-30T14:26:31.442" v="15"/>
          <ac:spMkLst>
            <pc:docMk/>
            <pc:sldMk cId="4174990430" sldId="321"/>
            <ac:spMk id="6" creationId="{42EC89F8-495B-3E80-B7BC-819F1E0E241C}"/>
          </ac:spMkLst>
        </pc:spChg>
        <pc:spChg chg="add del mod">
          <ac:chgData name="Edoardo Pierdiluca - edoardo.pierdiluca@studio.unibo.it" userId="S::edoardo.pierdiluca@studio.unibo.it::2198b7f2-c8c8-457e-ae08-d188ecd8dbd9" providerId="AD" clId="Web-{A5290848-544D-1967-BA88-8557135050F4}" dt="2023-05-30T14:26:33.427" v="16"/>
          <ac:spMkLst>
            <pc:docMk/>
            <pc:sldMk cId="4174990430" sldId="321"/>
            <ac:spMk id="7" creationId="{F40BA808-673D-3A29-94F3-2A53BB2550D4}"/>
          </ac:spMkLst>
        </pc:spChg>
      </pc:sldChg>
    </pc:docChg>
  </pc:docChgLst>
  <pc:docChgLst>
    <pc:chgData name="Edoardo Pierdiluca - edoardo.pierdiluca@studio.unibo.it" userId="S::edoardo.pierdiluca@studio.unibo.it::2198b7f2-c8c8-457e-ae08-d188ecd8dbd9" providerId="AD" clId="Web-{E5841832-8980-A2FA-7ECA-2F4A99D4C681}"/>
    <pc:docChg chg="modSld">
      <pc:chgData name="Edoardo Pierdiluca - edoardo.pierdiluca@studio.unibo.it" userId="S::edoardo.pierdiluca@studio.unibo.it::2198b7f2-c8c8-457e-ae08-d188ecd8dbd9" providerId="AD" clId="Web-{E5841832-8980-A2FA-7ECA-2F4A99D4C681}" dt="2023-05-28T15:44:31.855" v="1" actId="20577"/>
      <pc:docMkLst>
        <pc:docMk/>
      </pc:docMkLst>
      <pc:sldChg chg="modSp">
        <pc:chgData name="Edoardo Pierdiluca - edoardo.pierdiluca@studio.unibo.it" userId="S::edoardo.pierdiluca@studio.unibo.it::2198b7f2-c8c8-457e-ae08-d188ecd8dbd9" providerId="AD" clId="Web-{E5841832-8980-A2FA-7ECA-2F4A99D4C681}" dt="2023-05-28T15:44:31.855" v="1" actId="20577"/>
        <pc:sldMkLst>
          <pc:docMk/>
          <pc:sldMk cId="365334912" sldId="308"/>
        </pc:sldMkLst>
        <pc:spChg chg="mod">
          <ac:chgData name="Edoardo Pierdiluca - edoardo.pierdiluca@studio.unibo.it" userId="S::edoardo.pierdiluca@studio.unibo.it::2198b7f2-c8c8-457e-ae08-d188ecd8dbd9" providerId="AD" clId="Web-{E5841832-8980-A2FA-7ECA-2F4A99D4C681}" dt="2023-05-28T15:44:31.855" v="1" actId="20577"/>
          <ac:spMkLst>
            <pc:docMk/>
            <pc:sldMk cId="365334912" sldId="308"/>
            <ac:spMk id="4" creationId="{B0881FA9-F3B0-4912-B0E1-352094195C30}"/>
          </ac:spMkLst>
        </pc:spChg>
      </pc:sldChg>
    </pc:docChg>
  </pc:docChgLst>
  <pc:docChgLst>
    <pc:chgData name="Edoardo Pierdiluca - edoardo.pierdiluca@studio.unibo.it" userId="S::edoardo.pierdiluca@studio.unibo.it::2198b7f2-c8c8-457e-ae08-d188ecd8dbd9" providerId="AD" clId="Web-{7CF7E93E-7A99-4966-B68B-99288474AEA9}"/>
    <pc:docChg chg="modSld">
      <pc:chgData name="Edoardo Pierdiluca - edoardo.pierdiluca@studio.unibo.it" userId="S::edoardo.pierdiluca@studio.unibo.it::2198b7f2-c8c8-457e-ae08-d188ecd8dbd9" providerId="AD" clId="Web-{7CF7E93E-7A99-4966-B68B-99288474AEA9}" dt="2023-06-19T10:43:05.031" v="7" actId="1076"/>
      <pc:docMkLst>
        <pc:docMk/>
      </pc:docMkLst>
      <pc:sldChg chg="addSp delSp modSp">
        <pc:chgData name="Edoardo Pierdiluca - edoardo.pierdiluca@studio.unibo.it" userId="S::edoardo.pierdiluca@studio.unibo.it::2198b7f2-c8c8-457e-ae08-d188ecd8dbd9" providerId="AD" clId="Web-{7CF7E93E-7A99-4966-B68B-99288474AEA9}" dt="2023-06-19T10:43:05.031" v="7" actId="1076"/>
        <pc:sldMkLst>
          <pc:docMk/>
          <pc:sldMk cId="1005339074" sldId="327"/>
        </pc:sldMkLst>
        <pc:picChg chg="add mod">
          <ac:chgData name="Edoardo Pierdiluca - edoardo.pierdiluca@studio.unibo.it" userId="S::edoardo.pierdiluca@studio.unibo.it::2198b7f2-c8c8-457e-ae08-d188ecd8dbd9" providerId="AD" clId="Web-{7CF7E93E-7A99-4966-B68B-99288474AEA9}" dt="2023-06-19T10:43:05.031" v="7" actId="1076"/>
          <ac:picMkLst>
            <pc:docMk/>
            <pc:sldMk cId="1005339074" sldId="327"/>
            <ac:picMk id="3" creationId="{66CAE781-AF55-B111-31D1-5402847A5169}"/>
          </ac:picMkLst>
        </pc:picChg>
        <pc:picChg chg="del">
          <ac:chgData name="Edoardo Pierdiluca - edoardo.pierdiluca@studio.unibo.it" userId="S::edoardo.pierdiluca@studio.unibo.it::2198b7f2-c8c8-457e-ae08-d188ecd8dbd9" providerId="AD" clId="Web-{7CF7E93E-7A99-4966-B68B-99288474AEA9}" dt="2023-06-19T10:42:52.889" v="0"/>
          <ac:picMkLst>
            <pc:docMk/>
            <pc:sldMk cId="1005339074" sldId="327"/>
            <ac:picMk id="17" creationId="{804C394C-9B27-8464-1D91-0EDB71F6ED1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CDE217D1-FCD1-4007-9E5F-165E20012D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88AB1B1-0B22-4611-8FEA-13D8012869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DD7B2-2DB1-4292-9CED-B6D9BDCC5040}" type="datetime1">
              <a:rPr lang="it-IT" smtClean="0"/>
              <a:t>21/06/2023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6A354F2-2D6C-47B9-96FB-4B76E1E4C7C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25C8CA-3B88-4039-8D2A-86C4329D5A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447C0-1402-408B-9B31-FEBD74125E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30752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13:30:38.0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25 24575,'3'0'0,"4"0"0,5 0 0,3 0 0,2 0 0,1 0 0,2 0 0,-7 0 0,-5-3 0,-7-1 0,-7 0 0,-3-3 0,-3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13:30:39.4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13:30:39.8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24575,'3'0'0,"5"0"0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13:30:55.8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104 240 24575,'12'0'0,"0"0"0,1 1 0,-1 0 0,0 1 0,0 1 0,0 0 0,0 0 0,18 8 0,-2-1 0,-23-9 0,-1 0 0,0 0 0,1 1 0,-1-1 0,0 1 0,0 0 0,6 5 0,-9-6 0,0 0 0,0 0 0,0 1 0,0-1 0,0 0 0,0 1 0,0-1 0,-1 1 0,1-1 0,-1 1 0,1-1 0,-1 1 0,1-1 0,-1 1 0,0 0 0,0-1 0,0 1 0,0 0 0,0-1 0,0 1 0,0 0 0,-1-1 0,1 1 0,0-1 0,-1 1 0,0 1 0,-1 2 0,0 1 0,-1-1 0,0 0 0,0 0 0,0 0 0,0-1 0,-1 1 0,1-1 0,-1 0 0,-5 5 0,-51 37 0,35-27 0,-20 17 0,28-20 0,-1-1 0,0-1 0,-1-1 0,-1-1 0,-26 12 0,74-44 0,-24 18 0,64-31 0,126-43 0,-138 60 0,78-13 0,-21 10 0,20 1 0,0-1 0,56-18 0,-108 19 0,-59 12 0,-1 1 0,1 1 0,40-2 0,-33 4 0,46-8 0,-27 3 0,1-1 0,-30 4 0,1 1 0,25-1 0,-18 3 0,43-9 0,-15 2 0,-2 0 0,-31 4 0,36-2 0,-38 4 0,1-1 0,-1 0 0,29-10 0,30-5 0,-30 9 0,82-28 0,-46 11 0,161-50 0,-207 62 0,-39 14 0,1 0 0,-1-1 0,0 1 0,0 0 0,0 0 0,0 0 0,0 0 0,1 0 0,-1 0 0,0 0 0,0 0 0,0 0 0,0 0 0,0 0 0,0 0 0,1 0 0,-1 0 0,0 0 0,0 0 0,0 0 0,0 0 0,0 1 0,0-1 0,1 0 0,-1 0 0,0 0 0,0 0 0,0 0 0,0 0 0,0 0 0,0 0 0,0 0 0,1 0 0,-1 1 0,0-1 0,0 0 0,0 0 0,0 0 0,0 0 0,0 0 0,0 0 0,0 1 0,0-1 0,0 0 0,0 0 0,0 0 0,0 0 0,0 0 0,0 1 0,0-1 0,0 0 0,-2 12 0,-6 11 0,8-22 0,-4 11 0,0 0 0,1 0 0,1 1 0,-1-1 0,1 21 0,3 68 0,1-38 0,-3 12 0,3 77 0,0-139 0,0-1 0,1 1 0,8 19 0,-7-20 0,0 0 0,0 0 0,2 22 0,-3-13 0,1 0 0,0 0 0,2 0 0,0 0 0,2-1 0,0 0 0,1-1 0,16 26 0,-20-37 0,38 67 0,69 92 0,-95-146 0,-9-12 0,0 1 0,-1-1 0,0 1 0,7 15 0,1 1 0,0-2 0,2 0 0,1-1 0,1 0 0,32 28 0,-37-37 0,17 11 0,-27-22 0,0 0 0,0 0 0,0 0 0,-1 0 0,1 0 0,-1 1 0,1 0 0,-1 0 0,-1 0 0,1 0 0,0 0 0,3 9 0,6 18 0,-1 0 0,-1 1 0,7 45 0,-12-52 0,1 1 0,2-1 0,19 46 0,10 29 0,-35-92 0,9 29 0,6 50 0,-12-52 0,2 9 0,0 66 0,-7-97 0,0-6 0,0-1 0,0 0 0,0 1 0,-1-1 0,0 0 0,0 0 0,-3 7 0,3-11 0,0 0 0,0 0 0,0 0 0,-1-1 0,1 1 0,-1 0 0,1-1 0,-1 1 0,1-1 0,-1 0 0,0 0 0,0 1 0,0-1 0,0 0 0,0 0 0,0-1 0,0 1 0,0 0 0,0-1 0,0 1 0,0-1 0,0 0 0,0 0 0,0 1 0,-3-2 0,-111 0 0,39-1 0,66 1 0,0-1 0,1 0 0,-1 0 0,1-1 0,0 0 0,0-1 0,-11-6 0,-14-4 0,25 9 0,-1 0 0,1 0 0,1-1 0,-12-8 0,12 7 0,-1 0 0,0 1 0,-20-9 0,12 8 0,-1-2 0,1 1 0,1-2 0,-1-1 0,2 0 0,0-1 0,-25-23 0,41 35 0,-1-1 0,1 1 0,-1-1 0,1 0 0,-1 1 0,1-1 0,-1 0 0,1 1 0,0-1 0,0 0 0,-1 1 0,1-1 0,0 0 0,0 0 0,0 1 0,0-1 0,-1 0 0,1 0 0,0 1 0,1-1 0,-1 0 0,0 0 0,0 0 0,0 1 0,0-1 0,1 0 0,-1 1 0,0-1 0,1 0 0,-1 0 0,0 1 0,1-1 0,-1 1 0,1-1 0,-1 0 0,1 1 0,-1-1 0,1 1 0,-1-1 0,1 1 0,0-1 0,-1 1 0,1 0 0,0-1 0,-1 1 0,2-1 0,42-17 0,-31 14 0,5-3 0,2-1 0,-1 0 0,0-1 0,23-16 0,-39 22 0,0 0 0,0 0 0,-1 0 0,0 0 0,1-1 0,-1 1 0,0-1 0,-1 1 0,1-1 0,-1 0 0,0 0 0,0 0 0,0 0 0,0 0 0,0 0 0,-1 0 0,0 0 0,0 0 0,0 0 0,-1-5 0,0-2 0,0 1 0,-1 0 0,0 1 0,-1-1 0,0 0 0,0 1 0,-6-11 0,-17-30-1365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F714F-066B-41A5-A6BD-50516EB8C346}" type="datetime1">
              <a:rPr lang="it-IT" smtClean="0"/>
              <a:pPr/>
              <a:t>21/06/2023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5939589-3E79-4C82-AA4A-FE78234FAA59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9458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9466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0225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939589-3E79-4C82-AA4A-FE78234FAA59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437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8408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7415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l">
              <a:defRPr sz="6000" b="1" i="0" cap="all" baseline="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2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rtlCol="0"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emento grafico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21" name="Elemento grafico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23" name="Elemento grafico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lo tito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rtlCol="0"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03/09/20XX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Titolo della 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it-IT" noProof="0" smtClean="0"/>
              <a:pPr rtl="0"/>
              <a:t>‹N›</a:t>
            </a:fld>
            <a:endParaRPr lang="it-IT" noProof="0"/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02936" y="3127248"/>
            <a:ext cx="5833872" cy="3118104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1" name="Elemento grafico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13" name="Elemento grafico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17" name="Elemento grafico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gnaposto immagine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rtlCol="0" anchor="b"/>
          <a:lstStyle>
            <a:lvl1pPr>
              <a:defRPr sz="54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it-IT" noProof="0"/>
              <a:t>03/09/20XX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it-IT" noProof="0"/>
              <a:t>Titolo della 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noProof="0" smtClean="0"/>
              <a:pPr rtl="0"/>
              <a:t>‹N›</a:t>
            </a:fld>
            <a:endParaRPr lang="it-IT" noProof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emento grafico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19" name="Elemento grafico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estazione sezio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rtlCol="0"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4" name="Elemento grafico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5" name="Elemento grafico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6" name="Elemento grafico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7" name="Elemento grafico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11" name="Elemento grafico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13" name="Elemento grafico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54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it-IT" noProof="0"/>
              <a:t>Titolo della 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noProof="0" smtClean="0"/>
              <a:pPr rtl="0"/>
              <a:t>‹N›</a:t>
            </a:fld>
            <a:endParaRPr lang="it-IT" noProof="0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tangolo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3" name="Segnaposto immagine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olo e contenut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 rtlCol="0"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03/09/20XX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Titolo della 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it-IT" noProof="0" smtClean="0"/>
              <a:pPr rtl="0"/>
              <a:t>‹N›</a:t>
            </a:fld>
            <a:endParaRPr lang="it-IT" noProof="0"/>
          </a:p>
        </p:txBody>
      </p:sp>
      <p:sp>
        <p:nvSpPr>
          <p:cNvPr id="9" name="Elemento grafico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11" name="Elemento grafico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emento grafico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12" name="Elemento grafico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14" name="Elemento grafico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emento grafico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14" name="Elemento grafico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16" name="Elemento grafico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emento grafico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14" name="Elemento grafico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16" name="Elemento grafico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15" name="Segnaposto testo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17" name="Segnaposto contenuto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rtlCol="0" anchor="b"/>
          <a:lstStyle>
            <a:lvl1pPr algn="l">
              <a:defRPr sz="5400" b="0" i="0" cap="none" baseline="0"/>
            </a:lvl1pPr>
          </a:lstStyle>
          <a:p>
            <a:pPr rtl="0"/>
            <a:r>
              <a:rPr lang="it-IT" noProof="0"/>
              <a:t>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it-IT" noProof="0"/>
              <a:t>Titolo della 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noProof="0" smtClean="0"/>
              <a:pPr rtl="0"/>
              <a:t>‹N›</a:t>
            </a:fld>
            <a:endParaRPr lang="it-IT" noProof="0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tangolo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3" name="Segnaposto immagine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0" name="Segnaposto immagine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1" name="Segnaposto immagine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o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egnaposto immagine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32" name="Segnaposto immagine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31" name="Segnaposto immagine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30" name="Segnaposto immagine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rtlCol="0"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03/09/20XX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Titolo della 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it-IT" noProof="0" smtClean="0"/>
              <a:pPr rtl="0"/>
              <a:t>‹N›</a:t>
            </a:fld>
            <a:endParaRPr lang="it-IT" noProof="0"/>
          </a:p>
        </p:txBody>
      </p:sp>
      <p:sp>
        <p:nvSpPr>
          <p:cNvPr id="8" name="Elemento grafico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10" name="Elemento grafico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12" name="Elemento grafico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0" y="3127248"/>
            <a:ext cx="5276088" cy="1124712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it-IT" noProof="0"/>
              <a:t>03/09/20XX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Titolo 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it-IT" noProof="0"/>
              <a:t>03/09/20XX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Titolo presentazione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it-IT" noProof="0"/>
              <a:t>03/09/20XX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Titolo presentazione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it-IT" noProof="0"/>
              <a:t>03/09/20XX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Titolo presentazione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03/09/20XX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Titolo 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8DA9DAA-006C-4F4B-980E-E3DF019B24E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customXml" Target="../ink/ink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2800" spc="400">
                <a:solidFill>
                  <a:schemeClr val="bg1"/>
                </a:solidFill>
              </a:rPr>
              <a:t>Presentazione progetto di ingegneria del software T</a:t>
            </a:r>
            <a:endParaRPr lang="it-IT" sz="280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it-IT"/>
              <a:t>Federico Faccioli 915279</a:t>
            </a:r>
          </a:p>
          <a:p>
            <a:r>
              <a:rPr lang="it-IT"/>
              <a:t>Edoardo </a:t>
            </a:r>
            <a:r>
              <a:rPr lang="it-IT" err="1"/>
              <a:t>Pierdiluca</a:t>
            </a:r>
            <a:r>
              <a:rPr lang="it-IT"/>
              <a:t> 922179</a:t>
            </a:r>
          </a:p>
          <a:p>
            <a:r>
              <a:rPr lang="it-IT"/>
              <a:t>Tommaso Romagnoli 915008</a:t>
            </a:r>
          </a:p>
        </p:txBody>
      </p:sp>
      <p:pic>
        <p:nvPicPr>
          <p:cNvPr id="5" name="Immagine 4" descr="Immagine che contiene candela&#10;&#10;Descrizione generata automaticamente">
            <a:extLst>
              <a:ext uri="{FF2B5EF4-FFF2-40B4-BE49-F238E27FC236}">
                <a16:creationId xmlns:a16="http://schemas.microsoft.com/office/drawing/2014/main" id="{C533C32F-4EFB-7E40-5999-5B9C6CF23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94360"/>
            <a:ext cx="5715495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>
            <a:normAutofit/>
          </a:bodyPr>
          <a:lstStyle/>
          <a:p>
            <a:pPr rtl="0"/>
            <a:r>
              <a:rPr lang="it-IT" b="1" cap="all" spc="400"/>
              <a:t>Sommario</a:t>
            </a:r>
            <a:endParaRPr lang="it-IT"/>
          </a:p>
        </p:txBody>
      </p:sp>
      <p:pic>
        <p:nvPicPr>
          <p:cNvPr id="10" name="Immagine 9" descr="Immagine che contiene candela&#10;&#10;Descrizione generata automaticamente">
            <a:extLst>
              <a:ext uri="{FF2B5EF4-FFF2-40B4-BE49-F238E27FC236}">
                <a16:creationId xmlns:a16="http://schemas.microsoft.com/office/drawing/2014/main" id="{F059A679-45E9-CC46-7490-B9B637153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12" y="1014126"/>
            <a:ext cx="6172200" cy="4829747"/>
          </a:xfrm>
          <a:prstGeom prst="rect">
            <a:avLst/>
          </a:prstGeom>
          <a:noFill/>
        </p:spPr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5DE74E9-AA78-46C1-845A-0B72FA8AF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>
            <a:normAutofit/>
          </a:bodyPr>
          <a:lstStyle/>
          <a:p>
            <a:pPr rtl="0"/>
            <a:r>
              <a:rPr lang="it-IT" dirty="0"/>
              <a:t>Introduzione</a:t>
            </a:r>
          </a:p>
          <a:p>
            <a:pPr rtl="0"/>
            <a:r>
              <a:rPr lang="it-IT" dirty="0"/>
              <a:t>L’applicazione</a:t>
            </a:r>
          </a:p>
          <a:p>
            <a:pPr rtl="0"/>
            <a:r>
              <a:rPr lang="it-IT" dirty="0" err="1"/>
              <a:t>Waterfall</a:t>
            </a:r>
            <a:r>
              <a:rPr lang="it-IT" dirty="0"/>
              <a:t> Model</a:t>
            </a:r>
          </a:p>
          <a:p>
            <a:pPr rtl="0"/>
            <a:r>
              <a:rPr lang="it-IT" dirty="0"/>
              <a:t>Architettura</a:t>
            </a:r>
          </a:p>
          <a:p>
            <a:pPr rtl="0"/>
            <a:r>
              <a:rPr lang="it-IT" dirty="0"/>
              <a:t>Pattern Broker</a:t>
            </a:r>
          </a:p>
          <a:p>
            <a:pPr rtl="0"/>
            <a:r>
              <a:rPr lang="it-IT" dirty="0"/>
              <a:t>Principio di segregazione delle interfacce</a:t>
            </a:r>
          </a:p>
          <a:p>
            <a:pPr rtl="0"/>
            <a:r>
              <a:rPr lang="it-IT" dirty="0"/>
              <a:t>Pattern MVC</a:t>
            </a:r>
          </a:p>
          <a:p>
            <a:pPr rtl="0"/>
            <a:r>
              <a:rPr lang="it-IT" dirty="0"/>
              <a:t>Pattern Observer</a:t>
            </a:r>
          </a:p>
          <a:p>
            <a:pPr rtl="0"/>
            <a:r>
              <a:rPr lang="it-IT" dirty="0"/>
              <a:t>Pattern Singleton</a:t>
            </a:r>
          </a:p>
          <a:p>
            <a:pPr rtl="0"/>
            <a:r>
              <a:rPr lang="it-IT" dirty="0"/>
              <a:t>Sviluppi futuri</a:t>
            </a:r>
          </a:p>
          <a:p>
            <a:pPr rtl="0"/>
            <a:endParaRPr lang="it-IT" dirty="0"/>
          </a:p>
          <a:p>
            <a:pPr rtl="0"/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EEDFC2F-FF0A-4EC9-A0BB-0AA2B1E6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it-IT"/>
              <a:t>Ingegneria del software T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D8DA9DAA-006C-4F4B-980E-E3DF019B24E2}" type="slidenum">
              <a:rPr lang="it-IT" smtClean="0"/>
              <a:pPr rtl="0">
                <a:spcAft>
                  <a:spcPts val="600"/>
                </a:spcAft>
              </a:pPr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359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4057"/>
            <a:ext cx="6190488" cy="1179576"/>
          </a:xfrm>
        </p:spPr>
        <p:txBody>
          <a:bodyPr rtlCol="0"/>
          <a:lstStyle/>
          <a:p>
            <a:pPr rtl="0"/>
            <a:r>
              <a:rPr lang="it-IT" sz="5400"/>
              <a:t>Introduzione</a:t>
            </a:r>
            <a:endParaRPr lang="it-IT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9904"/>
            <a:ext cx="6190488" cy="3464039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rtl="0"/>
            <a:r>
              <a:rPr lang="it-IT"/>
              <a:t>L’obiettivo</a:t>
            </a:r>
            <a:r>
              <a:rPr lang="it-IT" sz="2000"/>
              <a:t> del progetto è stata la produzione di una </a:t>
            </a:r>
            <a:r>
              <a:rPr lang="it-IT" sz="2000" b="1"/>
              <a:t>applicazione distribuita </a:t>
            </a:r>
            <a:r>
              <a:rPr lang="it-IT" sz="2000"/>
              <a:t>per la gestione di un cinema. Tale software è rivolto sia a personalità interne al cinema (</a:t>
            </a:r>
            <a:r>
              <a:rPr lang="it-IT" sz="2000">
                <a:solidFill>
                  <a:srgbClr val="C00000"/>
                </a:solidFill>
              </a:rPr>
              <a:t>Gestori</a:t>
            </a:r>
            <a:r>
              <a:rPr lang="it-IT" sz="2000"/>
              <a:t>, </a:t>
            </a:r>
            <a:r>
              <a:rPr lang="it-IT" sz="2000">
                <a:solidFill>
                  <a:schemeClr val="accent1">
                    <a:lumMod val="50000"/>
                  </a:schemeClr>
                </a:solidFill>
              </a:rPr>
              <a:t>Cassieri</a:t>
            </a:r>
            <a:r>
              <a:rPr lang="it-IT" sz="2000"/>
              <a:t>) che ai </a:t>
            </a:r>
            <a:r>
              <a:rPr lang="it-IT">
                <a:solidFill>
                  <a:srgbClr val="00B050"/>
                </a:solidFill>
              </a:rPr>
              <a:t>C</a:t>
            </a:r>
            <a:r>
              <a:rPr lang="it-IT" sz="2000">
                <a:solidFill>
                  <a:srgbClr val="00B050"/>
                </a:solidFill>
              </a:rPr>
              <a:t>lienti</a:t>
            </a:r>
            <a:r>
              <a:rPr lang="it-IT" sz="2000"/>
              <a:t>.</a:t>
            </a:r>
          </a:p>
          <a:p>
            <a:pPr rtl="0"/>
            <a:r>
              <a:rPr lang="it-IT"/>
              <a:t>Sono state implementate varie funzionalità a seconda del ruolo: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it-IT" sz="2000">
                <a:solidFill>
                  <a:srgbClr val="C00000"/>
                </a:solidFill>
              </a:rPr>
              <a:t>Gestione della programmazione e </a:t>
            </a:r>
            <a:r>
              <a:rPr lang="it-IT">
                <a:solidFill>
                  <a:srgbClr val="C00000"/>
                </a:solidFill>
              </a:rPr>
              <a:t>della lista dei cassieri. Impostazione dei prezzi e delle promozioni.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it-IT" sz="2000">
                <a:solidFill>
                  <a:schemeClr val="tx2">
                    <a:lumMod val="75000"/>
                    <a:lumOff val="25000"/>
                  </a:schemeClr>
                </a:solidFill>
              </a:rPr>
              <a:t>Vendita di biglietti e abbonamenti, gestione dell’elenco dei clienti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it-IT">
                <a:solidFill>
                  <a:srgbClr val="00B050"/>
                </a:solidFill>
              </a:rPr>
              <a:t>Acquisto di biglietti e abbonamenti online, consultazione della programmazione, possibilità di recensire i film</a:t>
            </a:r>
          </a:p>
          <a:p>
            <a:pPr rtl="0"/>
            <a:r>
              <a:rPr lang="it-IT" sz="2000"/>
              <a:t>Il linguaggio utilizzato per lo sviluppo dell’applicazione è stato Java. Per la parte grafica è stato utilizzato il framework </a:t>
            </a:r>
            <a:r>
              <a:rPr lang="it-IT" sz="2000" err="1"/>
              <a:t>JavaFX</a:t>
            </a:r>
            <a:r>
              <a:rPr lang="it-IT" sz="2000"/>
              <a:t>. </a:t>
            </a:r>
          </a:p>
          <a:p>
            <a:pPr rtl="0"/>
            <a:endParaRPr lang="it-IT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A8C7C3A0-5E78-49C8-B8D4-F3DF62B2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/>
              <a:t>Ingegneria del software t</a:t>
            </a: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it-IT" smtClean="0"/>
              <a:pPr rtl="0"/>
              <a:t>3</a:t>
            </a:fld>
            <a:endParaRPr lang="it-IT"/>
          </a:p>
        </p:txBody>
      </p:sp>
      <p:pic>
        <p:nvPicPr>
          <p:cNvPr id="15" name="Immagine 14" descr="Immagine che contiene candela, luce, lampada&#10;&#10;Descrizione generata automaticamente">
            <a:extLst>
              <a:ext uri="{FF2B5EF4-FFF2-40B4-BE49-F238E27FC236}">
                <a16:creationId xmlns:a16="http://schemas.microsoft.com/office/drawing/2014/main" id="{2154835B-8673-B055-1E01-B91BD6868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004" y="1860932"/>
            <a:ext cx="4329220" cy="437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4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>
            <a:normAutofit/>
          </a:bodyPr>
          <a:lstStyle/>
          <a:p>
            <a:pPr rtl="0"/>
            <a:r>
              <a:rPr lang="it-IT"/>
              <a:t>Log-in</a:t>
            </a:r>
          </a:p>
        </p:txBody>
      </p:sp>
      <p:pic>
        <p:nvPicPr>
          <p:cNvPr id="7" name="Immagine 6" descr="Immagine che contiene testo, schermata, Carattere, design&#10;&#10;Descrizione generata automaticamente">
            <a:extLst>
              <a:ext uri="{FF2B5EF4-FFF2-40B4-BE49-F238E27FC236}">
                <a16:creationId xmlns:a16="http://schemas.microsoft.com/office/drawing/2014/main" id="{F7AE862D-8A77-57DF-34E6-A87C658E4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88" y="1479994"/>
            <a:ext cx="6172200" cy="3888486"/>
          </a:xfrm>
          <a:prstGeom prst="rect">
            <a:avLst/>
          </a:prstGeom>
          <a:noFill/>
        </p:spPr>
      </p:pic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881FA9-F3B0-4912-B0E1-352094195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>
            <a:normAutofit/>
          </a:bodyPr>
          <a:lstStyle/>
          <a:p>
            <a:pPr rtl="0"/>
            <a:endParaRPr lang="it-IT"/>
          </a:p>
          <a:p>
            <a:pPr rtl="0"/>
            <a:r>
              <a:rPr lang="it-IT"/>
              <a:t>La prima schermata visibile quando si accede all’applicazione.</a:t>
            </a:r>
          </a:p>
          <a:p>
            <a:pPr rtl="0"/>
            <a:r>
              <a:rPr lang="it-IT"/>
              <a:t>Permette di effettuare all’utente di effettuare il log-in inserendo le proprie credenziali, decise al momento della registrazione.</a:t>
            </a:r>
          </a:p>
          <a:p>
            <a:pPr rtl="0"/>
            <a:r>
              <a:rPr lang="it-IT"/>
              <a:t>A seconda del ruolo dell’utente esso verrà reindirizzato alla rispettiva home.</a:t>
            </a:r>
          </a:p>
          <a:p>
            <a:pPr rtl="0"/>
            <a:r>
              <a:rPr lang="it-IT"/>
              <a:t> </a:t>
            </a:r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A8C7C3A0-5E78-49C8-B8D4-F3DF62B2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1200" cap="all" spc="100" normalizeH="0" baseline="0" noProof="0">
                <a:ln>
                  <a:noFill/>
                </a:ln>
                <a:effectLst/>
                <a:uLnTx/>
                <a:uFillTx/>
              </a:rPr>
              <a:t>Ingegneria del software t</a:t>
            </a: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8DA9DAA-006C-4F4B-980E-E3DF019B24E2}" type="slidenum">
              <a:rPr kumimoji="0" lang="it-IT" b="1" i="0" u="none" strike="noStrike" kern="1200" cap="all" spc="10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it-IT" b="1" i="0" u="none" strike="noStrike" kern="1200" cap="all" spc="10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65607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A27147-A4C1-6E0F-FD2D-E5E6242D6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Menu di selezione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B0D5DB4-6D5E-CE1C-3373-A4FCB7D15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it-IT"/>
              <a:t>Dopo aver effettuato il login con successo, si viene reindirizzati ai menu di selezione.</a:t>
            </a:r>
          </a:p>
          <a:p>
            <a:r>
              <a:rPr lang="it-IT"/>
              <a:t>Qui sono presentate agli utenti le varie funzionalità dell’applicazione. 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F95804-5AEE-30AE-2544-6866B6630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/>
              <a:t>Ingegneria del software t</a:t>
            </a:r>
            <a:endParaRPr lang="it-IT" noProof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1FC5C4F-8C90-D45B-9B07-705376DC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it-IT" noProof="0" smtClean="0"/>
              <a:t>5</a:t>
            </a:fld>
            <a:endParaRPr lang="it-IT" noProof="0"/>
          </a:p>
        </p:txBody>
      </p:sp>
      <p:pic>
        <p:nvPicPr>
          <p:cNvPr id="21" name="Immagine 20" descr="Immagine che contiene testo, schermata, Carattere, design&#10;&#10;Descrizione generata automaticamente">
            <a:extLst>
              <a:ext uri="{FF2B5EF4-FFF2-40B4-BE49-F238E27FC236}">
                <a16:creationId xmlns:a16="http://schemas.microsoft.com/office/drawing/2014/main" id="{1CC66AB1-5F4F-C576-57B5-379FF1FB4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1826" y="1257300"/>
            <a:ext cx="3395749" cy="2269375"/>
          </a:xfrm>
          <a:prstGeom prst="rect">
            <a:avLst/>
          </a:prstGeom>
        </p:spPr>
      </p:pic>
      <p:pic>
        <p:nvPicPr>
          <p:cNvPr id="23" name="Immagine 22" descr="Immagine che contiene testo, schermata, Carattere, design&#10;&#10;Descrizione generata automaticamente">
            <a:extLst>
              <a:ext uri="{FF2B5EF4-FFF2-40B4-BE49-F238E27FC236}">
                <a16:creationId xmlns:a16="http://schemas.microsoft.com/office/drawing/2014/main" id="{9E855ADA-D347-F6A0-78F8-9EC213530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699" y="1257300"/>
            <a:ext cx="3620193" cy="2256905"/>
          </a:xfrm>
          <a:prstGeom prst="rect">
            <a:avLst/>
          </a:prstGeom>
        </p:spPr>
      </p:pic>
      <p:pic>
        <p:nvPicPr>
          <p:cNvPr id="25" name="Immagine 24" descr="Immagine che contiene testo, schermata, Carattere, design&#10;&#10;Descrizione generata automaticamente">
            <a:extLst>
              <a:ext uri="{FF2B5EF4-FFF2-40B4-BE49-F238E27FC236}">
                <a16:creationId xmlns:a16="http://schemas.microsoft.com/office/drawing/2014/main" id="{B26EB632-5FEC-DFD1-91CD-8F56B51FC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083" y="3699366"/>
            <a:ext cx="3483033" cy="216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53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27F227-B6CA-5B83-1B3D-1F68137BF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it-IT"/>
              <a:t>View acquisti e recensioni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521BF45D-6ACE-A930-65A8-E9A50666A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>
            <a:noAutofit/>
          </a:bodyPr>
          <a:lstStyle/>
          <a:p>
            <a:r>
              <a:rPr lang="en-US" sz="1400" b="0"/>
              <a:t>Questa view </a:t>
            </a:r>
            <a:r>
              <a:rPr lang="en-US" sz="1400" b="0" err="1"/>
              <a:t>permette</a:t>
            </a:r>
            <a:r>
              <a:rPr lang="en-US" sz="1400" b="0"/>
              <a:t> al </a:t>
            </a:r>
            <a:r>
              <a:rPr lang="en-US" sz="1400" b="0" err="1"/>
              <a:t>cliente</a:t>
            </a:r>
            <a:r>
              <a:rPr lang="en-US" sz="1400" b="0"/>
              <a:t> di </a:t>
            </a:r>
            <a:r>
              <a:rPr lang="en-US" sz="1400" b="0" err="1"/>
              <a:t>acquistare</a:t>
            </a:r>
            <a:r>
              <a:rPr lang="en-US" sz="1400" b="0"/>
              <a:t> </a:t>
            </a:r>
            <a:r>
              <a:rPr lang="en-US" sz="1400" b="0" err="1"/>
              <a:t>dei</a:t>
            </a:r>
            <a:r>
              <a:rPr lang="en-US" sz="1400" b="0"/>
              <a:t> </a:t>
            </a:r>
            <a:r>
              <a:rPr lang="en-US" sz="1400" b="0" err="1"/>
              <a:t>biglietti</a:t>
            </a:r>
            <a:r>
              <a:rPr lang="en-US" sz="1400" b="0"/>
              <a:t> per un film (</a:t>
            </a:r>
            <a:r>
              <a:rPr lang="en-US" sz="1400" b="0" err="1"/>
              <a:t>scegliendo</a:t>
            </a:r>
            <a:r>
              <a:rPr lang="en-US" sz="1400" b="0"/>
              <a:t> </a:t>
            </a:r>
            <a:r>
              <a:rPr lang="en-US" sz="1400" b="0" err="1"/>
              <a:t>contestualmente</a:t>
            </a:r>
            <a:r>
              <a:rPr lang="en-US" sz="1400" b="0"/>
              <a:t> le </a:t>
            </a:r>
            <a:r>
              <a:rPr lang="en-US" sz="1400" b="0" err="1"/>
              <a:t>informazioni</a:t>
            </a:r>
            <a:r>
              <a:rPr lang="en-US" sz="1400" b="0"/>
              <a:t> </a:t>
            </a:r>
            <a:r>
              <a:rPr lang="en-US" sz="1400" b="0" err="1"/>
              <a:t>necessarie</a:t>
            </a:r>
            <a:r>
              <a:rPr lang="en-US" sz="1400" b="0"/>
              <a:t>) o un </a:t>
            </a:r>
            <a:r>
              <a:rPr lang="en-US" sz="1400" b="0" err="1"/>
              <a:t>abbonamento</a:t>
            </a:r>
            <a:r>
              <a:rPr lang="en-US" sz="1400" b="0"/>
              <a:t> con </a:t>
            </a:r>
            <a:r>
              <a:rPr lang="en-US" sz="1400" b="0" err="1"/>
              <a:t>una</a:t>
            </a:r>
            <a:r>
              <a:rPr lang="en-US" sz="1400" b="0"/>
              <a:t> </a:t>
            </a:r>
            <a:r>
              <a:rPr lang="en-US" sz="1400" b="0" err="1"/>
              <a:t>certa</a:t>
            </a:r>
            <a:r>
              <a:rPr lang="en-US" sz="1400" b="0"/>
              <a:t> </a:t>
            </a:r>
            <a:r>
              <a:rPr lang="en-US" sz="1400" b="0" err="1"/>
              <a:t>scadenza</a:t>
            </a:r>
            <a:r>
              <a:rPr lang="en-US" sz="1400" b="0"/>
              <a:t>.</a:t>
            </a:r>
          </a:p>
        </p:txBody>
      </p:sp>
      <p:pic>
        <p:nvPicPr>
          <p:cNvPr id="6" name="Immagine 5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A5F4B36C-5924-B996-577A-08A3DD5A1A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752" y="2827567"/>
            <a:ext cx="4553712" cy="3039603"/>
          </a:xfrm>
          <a:prstGeom prst="rect">
            <a:avLst/>
          </a:prstGeom>
          <a:noFill/>
        </p:spPr>
      </p:pic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7C3096D-A28D-2972-A86C-2728ECD7B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>
            <a:normAutofit/>
          </a:bodyPr>
          <a:lstStyle/>
          <a:p>
            <a:r>
              <a:rPr lang="en-US" sz="1400" b="0"/>
              <a:t>Questa view </a:t>
            </a:r>
            <a:r>
              <a:rPr lang="en-US" sz="1400" b="0" err="1"/>
              <a:t>permette</a:t>
            </a:r>
            <a:r>
              <a:rPr lang="en-US" sz="1400" b="0"/>
              <a:t> al </a:t>
            </a:r>
            <a:r>
              <a:rPr lang="en-US" sz="1400" b="0" err="1"/>
              <a:t>cliente</a:t>
            </a:r>
            <a:r>
              <a:rPr lang="en-US" sz="1400" b="0"/>
              <a:t> di </a:t>
            </a:r>
            <a:r>
              <a:rPr lang="en-US" sz="1400" b="0" err="1"/>
              <a:t>visualizzare</a:t>
            </a:r>
            <a:r>
              <a:rPr lang="en-US" sz="1400" b="0"/>
              <a:t> le </a:t>
            </a:r>
            <a:r>
              <a:rPr lang="en-US" sz="1400" b="0" err="1"/>
              <a:t>recensioni</a:t>
            </a:r>
            <a:r>
              <a:rPr lang="en-US" sz="1400" b="0"/>
              <a:t> di un film, e di </a:t>
            </a:r>
            <a:r>
              <a:rPr lang="en-US" sz="1400" b="0" err="1"/>
              <a:t>lasciarne</a:t>
            </a:r>
            <a:r>
              <a:rPr lang="en-US" sz="1400" b="0"/>
              <a:t> </a:t>
            </a:r>
            <a:r>
              <a:rPr lang="en-US" sz="1400" b="0" err="1"/>
              <a:t>una</a:t>
            </a:r>
            <a:r>
              <a:rPr lang="en-US" sz="1400" b="0"/>
              <a:t> a </a:t>
            </a:r>
            <a:r>
              <a:rPr lang="en-US" sz="1400" b="0" err="1"/>
              <a:t>sua</a:t>
            </a:r>
            <a:r>
              <a:rPr lang="en-US" sz="1400" b="0"/>
              <a:t> volta.</a:t>
            </a:r>
          </a:p>
        </p:txBody>
      </p:sp>
      <p:pic>
        <p:nvPicPr>
          <p:cNvPr id="5" name="Immagine 4" descr="Immagine che contiene testo, schermata, Rettangolo, design&#10;&#10;Descrizione generata automaticamente">
            <a:extLst>
              <a:ext uri="{FF2B5EF4-FFF2-40B4-BE49-F238E27FC236}">
                <a16:creationId xmlns:a16="http://schemas.microsoft.com/office/drawing/2014/main" id="{68DA15E7-38FC-003E-C180-28137BD5F7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848" y="2833259"/>
            <a:ext cx="4553712" cy="30282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2935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183906-C524-2190-24C1-7C17ADC8A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View</a:t>
            </a:r>
            <a:r>
              <a:rPr lang="it-IT"/>
              <a:t> programmazione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2A14BF66-27AC-C533-AA1A-497249B4A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it-IT"/>
              <a:t>Da questa schermata il cliente può vedere la programmazione corrente del cinema. Per ogni spettacolo è riportato il titolo, la sala, il giorno della settimana e l’orario.</a:t>
            </a:r>
          </a:p>
          <a:p>
            <a:r>
              <a:rPr lang="it-IT"/>
              <a:t>La programmazione è salvata in un database e può essere modificata in qualsiasi momento dal gestore.</a:t>
            </a:r>
          </a:p>
        </p:txBody>
      </p:sp>
      <p:pic>
        <p:nvPicPr>
          <p:cNvPr id="3" name="Picture 3" descr="Table&#10;&#10;Description automatically generated">
            <a:extLst>
              <a:ext uri="{FF2B5EF4-FFF2-40B4-BE49-F238E27FC236}">
                <a16:creationId xmlns:a16="http://schemas.microsoft.com/office/drawing/2014/main" id="{66CAE781-AF55-B111-31D1-5402847A5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282" y="1610201"/>
            <a:ext cx="7046259" cy="416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339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ccia circolare in giù 35">
            <a:extLst>
              <a:ext uri="{FF2B5EF4-FFF2-40B4-BE49-F238E27FC236}">
                <a16:creationId xmlns:a16="http://schemas.microsoft.com/office/drawing/2014/main" id="{DE8D19B6-5DA2-75E6-2BF4-A6FA003575AB}"/>
              </a:ext>
            </a:extLst>
          </p:cNvPr>
          <p:cNvSpPr/>
          <p:nvPr/>
        </p:nvSpPr>
        <p:spPr>
          <a:xfrm rot="2326570">
            <a:off x="7783449" y="1126982"/>
            <a:ext cx="1216152" cy="731520"/>
          </a:xfrm>
          <a:prstGeom prst="curved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7A1F791-5687-6099-CCCF-D6DAAC18C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51196" cy="1600200"/>
          </a:xfrm>
        </p:spPr>
        <p:txBody>
          <a:bodyPr anchor="ctr">
            <a:normAutofit fontScale="90000"/>
          </a:bodyPr>
          <a:lstStyle/>
          <a:p>
            <a:r>
              <a:rPr lang="it-IT" sz="4600" err="1"/>
              <a:t>Waterfall</a:t>
            </a:r>
            <a:r>
              <a:rPr lang="it-IT" sz="4600"/>
              <a:t> Model (Modello a cascata)</a:t>
            </a:r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12EB5163-322E-251C-DDBB-925B23D5A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23160"/>
            <a:ext cx="3932237" cy="3811588"/>
          </a:xfrm>
        </p:spPr>
        <p:txBody>
          <a:bodyPr/>
          <a:lstStyle/>
          <a:p>
            <a:r>
              <a:rPr lang="it-IT"/>
              <a:t>Per lo sviluppo del prodotto software è stato scelto il modello a cascata.</a:t>
            </a:r>
          </a:p>
          <a:p>
            <a:r>
              <a:rPr lang="it-IT"/>
              <a:t>Questo modello di processo di sviluppo è caratterizzato da una certa rigidità per quanto riguarda il progetto.</a:t>
            </a:r>
          </a:p>
          <a:p>
            <a:r>
              <a:rPr lang="it-IT"/>
              <a:t>Per ovviare a questo problema sono state introdotte delle retroazioni tra una fase e l’altra. 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7B414067-8E3A-065C-74AF-AEE929B4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fld id="{D8DA9DAA-006C-4F4B-980E-E3DF019B24E2}" type="slidenum">
              <a:rPr lang="it-IT" noProof="0" smtClean="0"/>
              <a:pPr rtl="0">
                <a:spcAft>
                  <a:spcPts val="600"/>
                </a:spcAft>
              </a:pPr>
              <a:t>8</a:t>
            </a:fld>
            <a:endParaRPr lang="it-IT" noProof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67131C2C-D811-AF2F-12CE-A1FFE4E96BD2}"/>
              </a:ext>
            </a:extLst>
          </p:cNvPr>
          <p:cNvSpPr/>
          <p:nvPr/>
        </p:nvSpPr>
        <p:spPr>
          <a:xfrm>
            <a:off x="5486400" y="801370"/>
            <a:ext cx="1790700" cy="91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Studio di fattibilità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A7D9D70-0DBD-7A43-9E7F-D5EA2B2530A3}"/>
              </a:ext>
            </a:extLst>
          </p:cNvPr>
          <p:cNvSpPr/>
          <p:nvPr/>
        </p:nvSpPr>
        <p:spPr>
          <a:xfrm>
            <a:off x="6419721" y="1803400"/>
            <a:ext cx="1790700" cy="91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Analisi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6CE72ADB-A3CD-AFD2-389D-02D17A15F5CB}"/>
              </a:ext>
            </a:extLst>
          </p:cNvPr>
          <p:cNvSpPr/>
          <p:nvPr/>
        </p:nvSpPr>
        <p:spPr>
          <a:xfrm>
            <a:off x="7277100" y="2805430"/>
            <a:ext cx="1790700" cy="91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Progettazione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7F667144-34EA-8762-5A52-C911E0730EC5}"/>
              </a:ext>
            </a:extLst>
          </p:cNvPr>
          <p:cNvSpPr/>
          <p:nvPr/>
        </p:nvSpPr>
        <p:spPr>
          <a:xfrm>
            <a:off x="7553325" y="3807460"/>
            <a:ext cx="2114550" cy="91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Implementazione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811FB04A-23FF-D40F-C2C0-DF7C59B5CAF1}"/>
              </a:ext>
            </a:extLst>
          </p:cNvPr>
          <p:cNvSpPr/>
          <p:nvPr/>
        </p:nvSpPr>
        <p:spPr>
          <a:xfrm>
            <a:off x="8391525" y="4809490"/>
            <a:ext cx="1790700" cy="91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Collaudo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093A59FC-6420-DA6C-0EAD-148529335EC9}"/>
              </a:ext>
            </a:extLst>
          </p:cNvPr>
          <p:cNvSpPr/>
          <p:nvPr/>
        </p:nvSpPr>
        <p:spPr>
          <a:xfrm>
            <a:off x="9086850" y="5811520"/>
            <a:ext cx="1790700" cy="91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Manutenzione</a:t>
            </a:r>
          </a:p>
        </p:txBody>
      </p:sp>
      <p:sp>
        <p:nvSpPr>
          <p:cNvPr id="37" name="Freccia circolare in giù 36">
            <a:extLst>
              <a:ext uri="{FF2B5EF4-FFF2-40B4-BE49-F238E27FC236}">
                <a16:creationId xmlns:a16="http://schemas.microsoft.com/office/drawing/2014/main" id="{6EE0FB85-E3ED-6230-374F-957750396792}"/>
              </a:ext>
            </a:extLst>
          </p:cNvPr>
          <p:cNvSpPr/>
          <p:nvPr/>
        </p:nvSpPr>
        <p:spPr>
          <a:xfrm rot="2326570">
            <a:off x="8705648" y="2004838"/>
            <a:ext cx="1216152" cy="731520"/>
          </a:xfrm>
          <a:prstGeom prst="curved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38" name="Freccia circolare in giù 37">
            <a:extLst>
              <a:ext uri="{FF2B5EF4-FFF2-40B4-BE49-F238E27FC236}">
                <a16:creationId xmlns:a16="http://schemas.microsoft.com/office/drawing/2014/main" id="{76DEFF07-DB85-2D2B-9ED8-72EB99728D03}"/>
              </a:ext>
            </a:extLst>
          </p:cNvPr>
          <p:cNvSpPr/>
          <p:nvPr/>
        </p:nvSpPr>
        <p:spPr>
          <a:xfrm rot="2713950">
            <a:off x="9459978" y="3030214"/>
            <a:ext cx="1216152" cy="731520"/>
          </a:xfrm>
          <a:prstGeom prst="curved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39" name="Freccia circolare in giù 38">
            <a:extLst>
              <a:ext uri="{FF2B5EF4-FFF2-40B4-BE49-F238E27FC236}">
                <a16:creationId xmlns:a16="http://schemas.microsoft.com/office/drawing/2014/main" id="{8D89B52E-B512-A4F4-6769-39E61CBE1C8A}"/>
              </a:ext>
            </a:extLst>
          </p:cNvPr>
          <p:cNvSpPr/>
          <p:nvPr/>
        </p:nvSpPr>
        <p:spPr>
          <a:xfrm rot="2326570">
            <a:off x="10033866" y="4054320"/>
            <a:ext cx="1216152" cy="731520"/>
          </a:xfrm>
          <a:prstGeom prst="curved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40" name="Freccia circolare in giù 39">
            <a:extLst>
              <a:ext uri="{FF2B5EF4-FFF2-40B4-BE49-F238E27FC236}">
                <a16:creationId xmlns:a16="http://schemas.microsoft.com/office/drawing/2014/main" id="{5ECE4008-5896-20FD-7D08-FD114C5EC082}"/>
              </a:ext>
            </a:extLst>
          </p:cNvPr>
          <p:cNvSpPr/>
          <p:nvPr/>
        </p:nvSpPr>
        <p:spPr>
          <a:xfrm rot="2326570">
            <a:off x="10736990" y="5109701"/>
            <a:ext cx="1216152" cy="731520"/>
          </a:xfrm>
          <a:prstGeom prst="curved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41" name="Freccia circolare in giù 40">
            <a:extLst>
              <a:ext uri="{FF2B5EF4-FFF2-40B4-BE49-F238E27FC236}">
                <a16:creationId xmlns:a16="http://schemas.microsoft.com/office/drawing/2014/main" id="{4B41C5A8-1CFC-1D80-9E33-D25EDEBC6EF5}"/>
              </a:ext>
            </a:extLst>
          </p:cNvPr>
          <p:cNvSpPr/>
          <p:nvPr/>
        </p:nvSpPr>
        <p:spPr>
          <a:xfrm rot="14204155">
            <a:off x="7584608" y="5607453"/>
            <a:ext cx="1216152" cy="731520"/>
          </a:xfrm>
          <a:prstGeom prst="curved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42" name="Freccia circolare in giù 41">
            <a:extLst>
              <a:ext uri="{FF2B5EF4-FFF2-40B4-BE49-F238E27FC236}">
                <a16:creationId xmlns:a16="http://schemas.microsoft.com/office/drawing/2014/main" id="{3A228807-7BAC-0C85-8DC0-4D849C80ABB2}"/>
              </a:ext>
            </a:extLst>
          </p:cNvPr>
          <p:cNvSpPr/>
          <p:nvPr/>
        </p:nvSpPr>
        <p:spPr>
          <a:xfrm rot="13909883">
            <a:off x="6636886" y="4600459"/>
            <a:ext cx="1216152" cy="731520"/>
          </a:xfrm>
          <a:prstGeom prst="curved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43" name="Freccia circolare in giù 42">
            <a:extLst>
              <a:ext uri="{FF2B5EF4-FFF2-40B4-BE49-F238E27FC236}">
                <a16:creationId xmlns:a16="http://schemas.microsoft.com/office/drawing/2014/main" id="{B19552A8-82B2-09A0-1451-7C59501FB2CF}"/>
              </a:ext>
            </a:extLst>
          </p:cNvPr>
          <p:cNvSpPr/>
          <p:nvPr/>
        </p:nvSpPr>
        <p:spPr>
          <a:xfrm rot="13939444">
            <a:off x="6007880" y="3623944"/>
            <a:ext cx="1216152" cy="731520"/>
          </a:xfrm>
          <a:prstGeom prst="curved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44" name="Freccia circolare in giù 43">
            <a:extLst>
              <a:ext uri="{FF2B5EF4-FFF2-40B4-BE49-F238E27FC236}">
                <a16:creationId xmlns:a16="http://schemas.microsoft.com/office/drawing/2014/main" id="{385A58AF-33E0-92C2-F7E2-3C225FFAD3B6}"/>
              </a:ext>
            </a:extLst>
          </p:cNvPr>
          <p:cNvSpPr/>
          <p:nvPr/>
        </p:nvSpPr>
        <p:spPr>
          <a:xfrm rot="14254867">
            <a:off x="5316345" y="2536308"/>
            <a:ext cx="1216152" cy="731520"/>
          </a:xfrm>
          <a:prstGeom prst="curved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45" name="Freccia circolare in giù 44">
            <a:extLst>
              <a:ext uri="{FF2B5EF4-FFF2-40B4-BE49-F238E27FC236}">
                <a16:creationId xmlns:a16="http://schemas.microsoft.com/office/drawing/2014/main" id="{09DBEEF7-F1B9-5BBD-A6F0-E4A86D06D965}"/>
              </a:ext>
            </a:extLst>
          </p:cNvPr>
          <p:cNvSpPr/>
          <p:nvPr/>
        </p:nvSpPr>
        <p:spPr>
          <a:xfrm rot="14360383">
            <a:off x="4667705" y="1437639"/>
            <a:ext cx="1216152" cy="731520"/>
          </a:xfrm>
          <a:prstGeom prst="curved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484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243A57-AA9D-98F8-1033-2F8D6DB8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/>
              <a:t>Architettura</a:t>
            </a:r>
            <a:endParaRPr lang="it-IT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82A036E-37FE-CB6E-2D27-ECD33CC34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3053" y="1690688"/>
            <a:ext cx="4213892" cy="4351338"/>
          </a:xfrm>
        </p:spPr>
        <p:txBody>
          <a:bodyPr/>
          <a:lstStyle/>
          <a:p>
            <a:pPr marL="0" indent="0">
              <a:buNone/>
            </a:pPr>
            <a:r>
              <a:rPr lang="it-IT" sz="240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Per la realizzazione del progetto è stata scelta un’architettura </a:t>
            </a:r>
            <a:r>
              <a:rPr lang="it-IT" sz="240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client-server</a:t>
            </a:r>
            <a:r>
              <a:rPr lang="it-IT" sz="240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a 3 livelli:</a:t>
            </a:r>
          </a:p>
          <a:p>
            <a:pPr marL="0" indent="0">
              <a:buNone/>
            </a:pPr>
            <a:endParaRPr lang="it-IT" sz="240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r>
              <a:rPr lang="it-IT"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Livello 1: </a:t>
            </a:r>
            <a:r>
              <a:rPr lang="it-IT" b="1"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Client</a:t>
            </a:r>
          </a:p>
          <a:p>
            <a:r>
              <a:rPr lang="it-IT"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Livello 2: </a:t>
            </a:r>
            <a:r>
              <a:rPr lang="it-IT" b="1"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Server applicazione</a:t>
            </a:r>
          </a:p>
          <a:p>
            <a:r>
              <a:rPr lang="it-IT"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Livello 3: </a:t>
            </a:r>
            <a:r>
              <a:rPr lang="it-IT" b="1"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Server persistenza</a:t>
            </a:r>
            <a:endParaRPr lang="it-IT" b="1"/>
          </a:p>
        </p:txBody>
      </p:sp>
      <p:pic>
        <p:nvPicPr>
          <p:cNvPr id="2050" name="Picture 2" descr="Three-tier client-server architecture | Architectural Patterns">
            <a:extLst>
              <a:ext uri="{FF2B5EF4-FFF2-40B4-BE49-F238E27FC236}">
                <a16:creationId xmlns:a16="http://schemas.microsoft.com/office/drawing/2014/main" id="{EBA7E3EF-88C4-76F9-B4F7-28679EB2893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080" y="1607675"/>
            <a:ext cx="5422573" cy="3253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4178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565D89-E4EC-5F4F-429D-0A76968C9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3200"/>
              <a:t>Pattern Broker</a:t>
            </a:r>
          </a:p>
        </p:txBody>
      </p:sp>
      <p:pic>
        <p:nvPicPr>
          <p:cNvPr id="5" name="Segnaposto contenuto 4" descr="Immagine che contiene testo, schermata, Carattere, design&#10;&#10;Descrizione generata automaticamente">
            <a:extLst>
              <a:ext uri="{FF2B5EF4-FFF2-40B4-BE49-F238E27FC236}">
                <a16:creationId xmlns:a16="http://schemas.microsoft.com/office/drawing/2014/main" id="{EB512E1D-900F-2AE4-7515-7DF44255115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628" y="365125"/>
            <a:ext cx="4305412" cy="6047172"/>
          </a:xfrm>
          <a:prstGeom prst="rect">
            <a:avLst/>
          </a:prstGeom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739DA81-1C3B-C8EB-C9AD-4FEE91C9A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9393" y="1637364"/>
            <a:ext cx="4553712" cy="4351338"/>
          </a:xfrm>
        </p:spPr>
        <p:txBody>
          <a:bodyPr/>
          <a:lstStyle/>
          <a:p>
            <a:pPr marL="0" indent="0">
              <a:buNone/>
            </a:pPr>
            <a:r>
              <a:rPr lang="it-IT"/>
              <a:t>Per garantire il disaccoppiamenti tra client e server è stato adottato un pattern Broker.</a:t>
            </a:r>
          </a:p>
          <a:p>
            <a:pPr marL="0" indent="0">
              <a:buNone/>
            </a:pPr>
            <a:endParaRPr lang="it-IT"/>
          </a:p>
          <a:p>
            <a:pPr marL="0" indent="0">
              <a:buNone/>
            </a:pPr>
            <a:r>
              <a:rPr lang="it-IT"/>
              <a:t>I clienti si interfacciano con il Broker e non comunicano direttamente con i server.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5CEB168-4C73-5CB2-D0C8-D3746663FE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rtl="0"/>
            <a:fld id="{D8DA9DAA-006C-4F4B-980E-E3DF019B24E2}" type="slidenum">
              <a:rPr lang="it-IT" noProof="0" smtClean="0"/>
              <a:t>10</a:t>
            </a:fld>
            <a:endParaRPr lang="it-IT" noProof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put penna 6">
                <a:extLst>
                  <a:ext uri="{FF2B5EF4-FFF2-40B4-BE49-F238E27FC236}">
                    <a16:creationId xmlns:a16="http://schemas.microsoft.com/office/drawing/2014/main" id="{6654C6B6-AC0A-5D9E-9D9B-F9F3DB43104A}"/>
                  </a:ext>
                </a:extLst>
              </p14:cNvPr>
              <p14:cNvContentPartPr/>
              <p14:nvPr/>
            </p14:nvContentPartPr>
            <p14:xfrm>
              <a:off x="11539107" y="1116725"/>
              <a:ext cx="41400" cy="9360"/>
            </p14:xfrm>
          </p:contentPart>
        </mc:Choice>
        <mc:Fallback xmlns="">
          <p:pic>
            <p:nvPicPr>
              <p:cNvPr id="7" name="Input penna 6">
                <a:extLst>
                  <a:ext uri="{FF2B5EF4-FFF2-40B4-BE49-F238E27FC236}">
                    <a16:creationId xmlns:a16="http://schemas.microsoft.com/office/drawing/2014/main" id="{6654C6B6-AC0A-5D9E-9D9B-F9F3DB4310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76107" y="1051205"/>
                <a:ext cx="167040" cy="140026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uppo 9">
            <a:extLst>
              <a:ext uri="{FF2B5EF4-FFF2-40B4-BE49-F238E27FC236}">
                <a16:creationId xmlns:a16="http://schemas.microsoft.com/office/drawing/2014/main" id="{800A989A-2706-543F-F124-6D687D7B73F3}"/>
              </a:ext>
            </a:extLst>
          </p:cNvPr>
          <p:cNvGrpSpPr/>
          <p:nvPr/>
        </p:nvGrpSpPr>
        <p:grpSpPr>
          <a:xfrm>
            <a:off x="11245347" y="491045"/>
            <a:ext cx="4320" cy="7200"/>
            <a:chOff x="11245347" y="491045"/>
            <a:chExt cx="4320" cy="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put penna 7">
                  <a:extLst>
                    <a:ext uri="{FF2B5EF4-FFF2-40B4-BE49-F238E27FC236}">
                      <a16:creationId xmlns:a16="http://schemas.microsoft.com/office/drawing/2014/main" id="{DA54BB30-3A32-F2DE-E8CD-76D534F4E48E}"/>
                    </a:ext>
                  </a:extLst>
                </p14:cNvPr>
                <p14:cNvContentPartPr/>
                <p14:nvPr/>
              </p14:nvContentPartPr>
              <p14:xfrm>
                <a:off x="11245347" y="491045"/>
                <a:ext cx="360" cy="360"/>
              </p14:xfrm>
            </p:contentPart>
          </mc:Choice>
          <mc:Fallback xmlns="">
            <p:pic>
              <p:nvPicPr>
                <p:cNvPr id="8" name="Input penna 7">
                  <a:extLst>
                    <a:ext uri="{FF2B5EF4-FFF2-40B4-BE49-F238E27FC236}">
                      <a16:creationId xmlns:a16="http://schemas.microsoft.com/office/drawing/2014/main" id="{DA54BB30-3A32-F2DE-E8CD-76D534F4E48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182347" y="42804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put penna 8">
                  <a:extLst>
                    <a:ext uri="{FF2B5EF4-FFF2-40B4-BE49-F238E27FC236}">
                      <a16:creationId xmlns:a16="http://schemas.microsoft.com/office/drawing/2014/main" id="{6B816FDF-7C90-CC2D-63FF-9F43328BAC6F}"/>
                    </a:ext>
                  </a:extLst>
                </p14:cNvPr>
                <p14:cNvContentPartPr/>
                <p14:nvPr/>
              </p14:nvContentPartPr>
              <p14:xfrm>
                <a:off x="11245347" y="497885"/>
                <a:ext cx="4320" cy="360"/>
              </p14:xfrm>
            </p:contentPart>
          </mc:Choice>
          <mc:Fallback xmlns="">
            <p:pic>
              <p:nvPicPr>
                <p:cNvPr id="9" name="Input penna 8">
                  <a:extLst>
                    <a:ext uri="{FF2B5EF4-FFF2-40B4-BE49-F238E27FC236}">
                      <a16:creationId xmlns:a16="http://schemas.microsoft.com/office/drawing/2014/main" id="{6B816FDF-7C90-CC2D-63FF-9F43328BAC6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182347" y="434885"/>
                  <a:ext cx="129960" cy="12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49723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it-IT" sz="3600"/>
              <a:t>Principio di segregazione delle interfacce</a:t>
            </a:r>
          </a:p>
        </p:txBody>
      </p:sp>
      <p:sp>
        <p:nvSpPr>
          <p:cNvPr id="9" name="Segnaposto numero diapositiva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D8DA9DAA-006C-4F4B-980E-E3DF019B24E2}" type="slidenum">
              <a:rPr lang="it-IT" b="1" cap="all" spc="100" smtClean="0">
                <a:solidFill>
                  <a:schemeClr val="accent2"/>
                </a:solidFill>
              </a:rPr>
              <a:t>11</a:t>
            </a:fld>
            <a:endParaRPr lang="it-IT" b="1" cap="all" spc="10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15CAF-612B-F3FB-B51E-DC60A5110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/>
              <a:t>Si è </a:t>
            </a:r>
            <a:r>
              <a:rPr lang="en-US" sz="1400" err="1"/>
              <a:t>deciso</a:t>
            </a:r>
            <a:r>
              <a:rPr lang="en-US" sz="1400"/>
              <a:t> di </a:t>
            </a:r>
            <a:r>
              <a:rPr lang="en-US" sz="1400" err="1"/>
              <a:t>applicare</a:t>
            </a:r>
            <a:r>
              <a:rPr lang="en-US" sz="1400"/>
              <a:t> il principio di </a:t>
            </a:r>
            <a:r>
              <a:rPr lang="en-US" sz="1400" err="1"/>
              <a:t>segregazione</a:t>
            </a:r>
            <a:r>
              <a:rPr lang="en-US" sz="1400"/>
              <a:t> </a:t>
            </a:r>
            <a:r>
              <a:rPr lang="en-US" sz="1400" err="1"/>
              <a:t>delle</a:t>
            </a:r>
            <a:r>
              <a:rPr lang="en-US" sz="1400"/>
              <a:t> </a:t>
            </a:r>
            <a:r>
              <a:rPr lang="en-US" sz="1400" err="1"/>
              <a:t>interfacce</a:t>
            </a:r>
            <a:r>
              <a:rPr lang="en-US" sz="1400">
                <a:ea typeface="+mn-lt"/>
                <a:cs typeface="+mn-lt"/>
              </a:rPr>
              <a:t>, in modo </a:t>
            </a:r>
            <a:r>
              <a:rPr lang="en-US" sz="1400" err="1">
                <a:ea typeface="+mn-lt"/>
                <a:cs typeface="+mn-lt"/>
              </a:rPr>
              <a:t>che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i</a:t>
            </a:r>
            <a:r>
              <a:rPr lang="en-US" sz="1400">
                <a:ea typeface="+mn-lt"/>
                <a:cs typeface="+mn-lt"/>
              </a:rPr>
              <a:t> client </a:t>
            </a:r>
            <a:r>
              <a:rPr lang="en-US" sz="1400" err="1">
                <a:ea typeface="+mn-lt"/>
                <a:cs typeface="+mn-lt"/>
              </a:rPr>
              <a:t>abbiano</a:t>
            </a:r>
            <a:r>
              <a:rPr lang="en-US" sz="1400">
                <a:ea typeface="+mn-lt"/>
                <a:cs typeface="+mn-lt"/>
              </a:rPr>
              <a:t> accesso solo ai </a:t>
            </a:r>
            <a:r>
              <a:rPr lang="en-US" sz="1400" err="1">
                <a:ea typeface="+mn-lt"/>
                <a:cs typeface="+mn-lt"/>
              </a:rPr>
              <a:t>metodi</a:t>
            </a:r>
            <a:r>
              <a:rPr lang="en-US" sz="1400">
                <a:ea typeface="+mn-lt"/>
                <a:cs typeface="+mn-lt"/>
              </a:rPr>
              <a:t> di loro interesse.</a:t>
            </a:r>
          </a:p>
          <a:p>
            <a:endParaRPr lang="en-US" sz="1400"/>
          </a:p>
          <a:p>
            <a:endParaRPr lang="en-US"/>
          </a:p>
        </p:txBody>
      </p:sp>
      <p:pic>
        <p:nvPicPr>
          <p:cNvPr id="7" name="Picture 9" descr="Diagram, table&#10;&#10;Description automatically generated">
            <a:extLst>
              <a:ext uri="{FF2B5EF4-FFF2-40B4-BE49-F238E27FC236}">
                <a16:creationId xmlns:a16="http://schemas.microsoft.com/office/drawing/2014/main" id="{D68713A7-342E-D9CD-3B63-8712AFBB3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049" y="2307382"/>
            <a:ext cx="8195255" cy="447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943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78B61DB5-B707-3B99-6459-15735E63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/>
              <a:t>Pattern</a:t>
            </a:r>
            <a:r>
              <a:rPr lang="it-IT" sz="2800"/>
              <a:t> </a:t>
            </a:r>
            <a:r>
              <a:rPr lang="it-IT" sz="3200"/>
              <a:t>MVC</a:t>
            </a:r>
          </a:p>
        </p:txBody>
      </p:sp>
      <p:sp>
        <p:nvSpPr>
          <p:cNvPr id="12" name="Segnaposto contenuto 11">
            <a:extLst>
              <a:ext uri="{FF2B5EF4-FFF2-40B4-BE49-F238E27FC236}">
                <a16:creationId xmlns:a16="http://schemas.microsoft.com/office/drawing/2014/main" id="{C991302A-6F0C-F6D1-60A5-E944537B3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1641380"/>
            <a:ext cx="5076412" cy="4351338"/>
          </a:xfrm>
        </p:spPr>
        <p:txBody>
          <a:bodyPr/>
          <a:lstStyle/>
          <a:p>
            <a:pPr marL="0" indent="0">
              <a:buNone/>
            </a:pPr>
            <a:r>
              <a:rPr lang="it-IT"/>
              <a:t>Il pattern MVC divide l’applicazione in tre parti distinte:</a:t>
            </a:r>
          </a:p>
          <a:p>
            <a:pPr marL="0" indent="0">
              <a:buNone/>
            </a:pPr>
            <a:endParaRPr lang="it-IT"/>
          </a:p>
          <a:p>
            <a:r>
              <a:rPr lang="it-IT" b="1"/>
              <a:t>Model</a:t>
            </a:r>
            <a:r>
              <a:rPr lang="it-IT"/>
              <a:t>: gestisce i dati dell’applicazione</a:t>
            </a:r>
          </a:p>
          <a:p>
            <a:r>
              <a:rPr lang="it-IT" b="1"/>
              <a:t>Controller</a:t>
            </a:r>
            <a:r>
              <a:rPr lang="it-IT"/>
              <a:t>: gestisce gli input dell’utente</a:t>
            </a:r>
          </a:p>
          <a:p>
            <a:r>
              <a:rPr lang="it-IT" b="1" err="1"/>
              <a:t>View</a:t>
            </a:r>
            <a:r>
              <a:rPr lang="it-IT"/>
              <a:t>: mostra i dati all’utente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FDAC67F-EC84-0832-2666-A43DC730EE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rtl="0"/>
            <a:fld id="{D8DA9DAA-006C-4F4B-980E-E3DF019B24E2}" type="slidenum">
              <a:rPr lang="it-IT" noProof="0" smtClean="0"/>
              <a:pPr rtl="0"/>
              <a:t>12</a:t>
            </a:fld>
            <a:endParaRPr lang="it-IT" noProof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put penna 12">
                <a:extLst>
                  <a:ext uri="{FF2B5EF4-FFF2-40B4-BE49-F238E27FC236}">
                    <a16:creationId xmlns:a16="http://schemas.microsoft.com/office/drawing/2014/main" id="{59705E7C-62AE-786F-EB1A-996F5CB6D02C}"/>
                  </a:ext>
                </a:extLst>
              </p14:cNvPr>
              <p14:cNvContentPartPr/>
              <p14:nvPr/>
            </p14:nvContentPartPr>
            <p14:xfrm>
              <a:off x="10505547" y="459365"/>
              <a:ext cx="1184400" cy="831600"/>
            </p14:xfrm>
          </p:contentPart>
        </mc:Choice>
        <mc:Fallback xmlns="">
          <p:pic>
            <p:nvPicPr>
              <p:cNvPr id="13" name="Input penna 12">
                <a:extLst>
                  <a:ext uri="{FF2B5EF4-FFF2-40B4-BE49-F238E27FC236}">
                    <a16:creationId xmlns:a16="http://schemas.microsoft.com/office/drawing/2014/main" id="{59705E7C-62AE-786F-EB1A-996F5CB6D0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42547" y="396392"/>
                <a:ext cx="1310040" cy="957186"/>
              </a:xfrm>
              <a:prstGeom prst="rect">
                <a:avLst/>
              </a:prstGeom>
            </p:spPr>
          </p:pic>
        </mc:Fallback>
      </mc:AlternateContent>
      <p:pic>
        <p:nvPicPr>
          <p:cNvPr id="1028" name="Picture 4" descr="Pattern MCV: cos'è, vantaggi e come utilizzarlo | HTML.it">
            <a:extLst>
              <a:ext uri="{FF2B5EF4-FFF2-40B4-BE49-F238E27FC236}">
                <a16:creationId xmlns:a16="http://schemas.microsoft.com/office/drawing/2014/main" id="{7B71168C-ECCE-2718-A174-8F863F2D0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143" y="1497086"/>
            <a:ext cx="3910409" cy="366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971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23A133-6066-75D9-224B-5B49DEB8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Pattern Observer (MVC)</a:t>
            </a:r>
          </a:p>
        </p:txBody>
      </p:sp>
      <p:pic>
        <p:nvPicPr>
          <p:cNvPr id="24" name="Segnaposto contenuto 23">
            <a:extLst>
              <a:ext uri="{FF2B5EF4-FFF2-40B4-BE49-F238E27FC236}">
                <a16:creationId xmlns:a16="http://schemas.microsoft.com/office/drawing/2014/main" id="{211AB3CF-3BA4-6EDC-D34B-C740DE8948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30377" y="2400561"/>
            <a:ext cx="8131245" cy="4320914"/>
          </a:xfr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E231D9-82A4-70BC-E590-DDFFEE3A6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it-IT" noProof="0" smtClean="0"/>
              <a:pPr/>
              <a:t>13</a:t>
            </a:fld>
            <a:endParaRPr lang="it-IT" noProof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09651F2-7172-04DB-68AC-352D8BC43266}"/>
              </a:ext>
            </a:extLst>
          </p:cNvPr>
          <p:cNvSpPr txBox="1"/>
          <p:nvPr/>
        </p:nvSpPr>
        <p:spPr>
          <a:xfrm>
            <a:off x="838199" y="1506022"/>
            <a:ext cx="104064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Pattern MVC e Pattern </a:t>
            </a:r>
            <a:r>
              <a:rPr lang="it-IT" sz="1700"/>
              <a:t>Observer</a:t>
            </a:r>
            <a:r>
              <a:rPr lang="it-IT"/>
              <a:t> sono due design pattern strettamente legati tra loro. In Java è possibile implementare MVC utilizzando il Pattern Observer, nello specifico utilizzando le classi </a:t>
            </a:r>
            <a:r>
              <a:rPr lang="it-IT" b="1" err="1"/>
              <a:t>java.util.Observable</a:t>
            </a:r>
            <a:r>
              <a:rPr lang="it-IT" b="1"/>
              <a:t> </a:t>
            </a:r>
            <a:r>
              <a:rPr lang="it-IT"/>
              <a:t>e </a:t>
            </a:r>
            <a:r>
              <a:rPr lang="it-IT" b="1" err="1"/>
              <a:t>java.util.Observer</a:t>
            </a:r>
            <a:r>
              <a:rPr lang="it-I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5049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07FC34-7AB5-1BEE-7068-A1516D591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173465"/>
          </a:xfrm>
        </p:spPr>
        <p:txBody>
          <a:bodyPr>
            <a:normAutofit/>
          </a:bodyPr>
          <a:lstStyle/>
          <a:p>
            <a:r>
              <a:rPr lang="it-IT" sz="3200"/>
              <a:t>Pattern Singleton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BC1012D1-70B8-7D56-EB94-FAAD5CCD05E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67" y="2115675"/>
            <a:ext cx="8473784" cy="4082378"/>
          </a:xfrm>
          <a:prstGeom prst="rect">
            <a:avLst/>
          </a:prstGeom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5668248-B680-3C7C-73F5-E0FD226D9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8664" y="1182730"/>
            <a:ext cx="10980761" cy="700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700"/>
              <a:t>Per la realizzazione del Broker, in particolare per gestire le sessioni degli utenti, è stato adottato</a:t>
            </a:r>
          </a:p>
          <a:p>
            <a:pPr marL="0" indent="0">
              <a:buNone/>
            </a:pPr>
            <a:r>
              <a:rPr lang="it-IT" sz="1700"/>
              <a:t>il pattern Singleton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4B4E42D-E306-79AD-A8B1-994B30A0E75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rtl="0"/>
            <a:fld id="{D8DA9DAA-006C-4F4B-980E-E3DF019B24E2}" type="slidenum">
              <a:rPr lang="it-IT" noProof="0" smtClean="0"/>
              <a:t>14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757650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egnaposto immagine 5" descr="Immagine che contiene candela, lampada, luce&#10;&#10;Descrizione generata automaticamente">
            <a:extLst>
              <a:ext uri="{FF2B5EF4-FFF2-40B4-BE49-F238E27FC236}">
                <a16:creationId xmlns:a16="http://schemas.microsoft.com/office/drawing/2014/main" id="{FC84497B-EDAD-5131-1EB4-358C6336DE0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>
            <a:fillRect/>
          </a:stretch>
        </p:blipFill>
        <p:spPr>
          <a:xfrm>
            <a:off x="7451725" y="1665288"/>
            <a:ext cx="4267200" cy="4267200"/>
          </a:xfr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4F131B1-6C9D-93F9-549D-1736C45D9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anchor="b">
            <a:normAutofit/>
          </a:bodyPr>
          <a:lstStyle/>
          <a:p>
            <a:r>
              <a:rPr lang="it-IT"/>
              <a:t>Sviluppi futuri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3097F0-9847-CC25-BE5F-67F0D9885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it-IT" sz="1700">
                <a:effectLst/>
              </a:rPr>
              <a:t>Potenziali sviluppi che possono arricchire l’applicazione: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it-IT" sz="1700">
                <a:effectLst/>
              </a:rPr>
              <a:t>offerte personalizzate per i clienti a seconda delle proprie preferenze (basate sulle precedenti interazioni con il sistema);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it-IT" sz="1700">
                <a:effectLst/>
              </a:rPr>
              <a:t>possibilità per il gestore di tenere traccia di ulteriori statistiche del cinema, come gli incassi in un certo lasso di tempo e il numero di clienti;</a:t>
            </a:r>
          </a:p>
          <a:p>
            <a:pPr marL="800100" lvl="1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it-IT" sz="1700">
                <a:effectLst/>
              </a:rPr>
              <a:t>programma fedeltà che offra sconti ai clienti dopo un certo numero di ingressi. </a:t>
            </a:r>
          </a:p>
          <a:p>
            <a:endParaRPr lang="it-IT" sz="170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D2CC4F-9F6A-566D-73B6-D4159FE79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8DA9DAA-006C-4F4B-980E-E3DF019B24E2}" type="slidenum">
              <a:rPr lang="it-IT" noProof="0" smtClean="0"/>
              <a:pPr rtl="0">
                <a:spcAft>
                  <a:spcPts val="600"/>
                </a:spcAft>
              </a:pPr>
              <a:t>15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122495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gnaposto numero diapositiva 23">
            <a:extLst>
              <a:ext uri="{FF2B5EF4-FFF2-40B4-BE49-F238E27FC236}">
                <a16:creationId xmlns:a16="http://schemas.microsoft.com/office/drawing/2014/main" id="{5D838446-B95D-4AB7-B8CA-D5804BB7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90432" y="6180436"/>
            <a:ext cx="2743200" cy="365125"/>
          </a:xfrm>
        </p:spPr>
        <p:txBody>
          <a:bodyPr rtlCol="0"/>
          <a:lstStyle/>
          <a:p>
            <a:pPr rtl="0"/>
            <a:fld id="{D8DA9DAA-006C-4F4B-980E-E3DF019B24E2}" type="slidenum">
              <a:rPr lang="it-IT" smtClean="0"/>
              <a:pPr rtl="0"/>
              <a:t>16</a:t>
            </a:fld>
            <a:endParaRPr lang="it-IT" dirty="0"/>
          </a:p>
        </p:txBody>
      </p:sp>
      <p:sp>
        <p:nvSpPr>
          <p:cNvPr id="23" name="Segnaposto piè di pagina 22">
            <a:extLst>
              <a:ext uri="{FF2B5EF4-FFF2-40B4-BE49-F238E27FC236}">
                <a16:creationId xmlns:a16="http://schemas.microsoft.com/office/drawing/2014/main" id="{DE8D546E-0F46-4CC0-B2B1-8B2430D0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90943" y="1896227"/>
            <a:ext cx="2873527" cy="365125"/>
          </a:xfrm>
        </p:spPr>
        <p:txBody>
          <a:bodyPr rtlCol="0"/>
          <a:lstStyle/>
          <a:p>
            <a:pPr rtl="0"/>
            <a:r>
              <a:rPr lang="it-IT"/>
              <a:t>Ingegneria del software t</a:t>
            </a: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FF777B66-94CB-491C-AC6B-BDAC98E2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/>
              <a:t>Grazie per l’attenzione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42AF1107-8D35-4E35-93C7-D3640946F7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pic>
        <p:nvPicPr>
          <p:cNvPr id="17" name="Immagine 16" descr="Immagine che contiene candela&#10;&#10;Descrizione generata automaticamente">
            <a:extLst>
              <a:ext uri="{FF2B5EF4-FFF2-40B4-BE49-F238E27FC236}">
                <a16:creationId xmlns:a16="http://schemas.microsoft.com/office/drawing/2014/main" id="{B481047E-213C-29F9-687E-4D3F818B8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00504"/>
            <a:ext cx="7030976" cy="550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31315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11_TF89338750_Win32" id="{E55A3EA0-BE54-4F8C-A3F8-63B170F23C1F}" vid="{1423E9D6-3A8B-4DFB-B348-1EC550DAAC11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293e22-d481-47a0-822d-4037e8e504b6" xsi:nil="true"/>
    <MediaServiceKeyPoints xmlns="28293e22-d481-47a0-822d-4037e8e504b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09D48BEB8E07419E775FFD6072BA12" ma:contentTypeVersion="13" ma:contentTypeDescription="Create a new document." ma:contentTypeScope="" ma:versionID="862f4d00377539f384cc99ca5ef1de5d">
  <xsd:schema xmlns:xsd="http://www.w3.org/2001/XMLSchema" xmlns:xs="http://www.w3.org/2001/XMLSchema" xmlns:p="http://schemas.microsoft.com/office/2006/metadata/properties" xmlns:ns3="28293e22-d481-47a0-822d-4037e8e504b6" xmlns:ns4="a4de7f5e-1851-40c2-9687-8fd77faaf5af" targetNamespace="http://schemas.microsoft.com/office/2006/metadata/properties" ma:root="true" ma:fieldsID="35c8b815a330a9e19198dc3bab5f6a76" ns3:_="" ns4:_="">
    <xsd:import namespace="28293e22-d481-47a0-822d-4037e8e504b6"/>
    <xsd:import namespace="a4de7f5e-1851-40c2-9687-8fd77faaf5a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293e22-d481-47a0-822d-4037e8e504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de7f5e-1851-40c2-9687-8fd77faaf5a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919F73-B6C2-4A43-95E2-833EC48925FE}">
  <ds:schemaRefs>
    <ds:schemaRef ds:uri="http://schemas.microsoft.com/office/2006/documentManagement/types"/>
    <ds:schemaRef ds:uri="http://purl.org/dc/terms/"/>
    <ds:schemaRef ds:uri="http://www.w3.org/XML/1998/namespace"/>
    <ds:schemaRef ds:uri="28293e22-d481-47a0-822d-4037e8e504b6"/>
    <ds:schemaRef ds:uri="http://purl.org/dc/dcmitype/"/>
    <ds:schemaRef ds:uri="a4de7f5e-1851-40c2-9687-8fd77faaf5af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B1C4D6E-5973-49B9-8CD2-8A95322596C7}">
  <ds:schemaRefs>
    <ds:schemaRef ds:uri="28293e22-d481-47a0-822d-4037e8e504b6"/>
    <ds:schemaRef ds:uri="a4de7f5e-1851-40c2-9687-8fd77faaf5a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Presentazione Galaxy</Template>
  <TotalTime>21</TotalTime>
  <Words>688</Words>
  <Application>Microsoft Office PowerPoint</Application>
  <PresentationFormat>Widescreen</PresentationFormat>
  <Paragraphs>99</Paragraphs>
  <Slides>16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1" baseType="lpstr">
      <vt:lpstr>Arial</vt:lpstr>
      <vt:lpstr>Calibri</vt:lpstr>
      <vt:lpstr>Symbol</vt:lpstr>
      <vt:lpstr>Univers</vt:lpstr>
      <vt:lpstr>GradientUnivers</vt:lpstr>
      <vt:lpstr>Presentazione progetto di ingegneria del software T</vt:lpstr>
      <vt:lpstr>Sommario</vt:lpstr>
      <vt:lpstr>Introduzione</vt:lpstr>
      <vt:lpstr>Log-in</vt:lpstr>
      <vt:lpstr>Menu di selezione</vt:lpstr>
      <vt:lpstr>View acquisti e recensioni</vt:lpstr>
      <vt:lpstr>View programmazione</vt:lpstr>
      <vt:lpstr>Waterfall Model (Modello a cascata)</vt:lpstr>
      <vt:lpstr>Architettura</vt:lpstr>
      <vt:lpstr>Pattern Broker</vt:lpstr>
      <vt:lpstr>Principio di segregazione delle interfacce</vt:lpstr>
      <vt:lpstr>Pattern MVC</vt:lpstr>
      <vt:lpstr>Pattern Observer (MVC)</vt:lpstr>
      <vt:lpstr>Pattern Singleton</vt:lpstr>
      <vt:lpstr>Sviluppi futuri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ingegneria del software T</dc:title>
  <dc:creator>Federico Faccioli - federico.faccioli2@studio.unibo.it</dc:creator>
  <cp:lastModifiedBy>Tommaso Romagnoli - tommaso.romagnoli2@studio.unibo.it</cp:lastModifiedBy>
  <cp:revision>1</cp:revision>
  <dcterms:created xsi:type="dcterms:W3CDTF">2023-05-22T09:02:24Z</dcterms:created>
  <dcterms:modified xsi:type="dcterms:W3CDTF">2023-06-21T14:23:53Z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0x010100AC09D48BEB8E07419E775FFD6072BA12</vt:lpwstr>
  </property>
</Properties>
</file>